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74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8B0FAF-2ADA-4CAD-88B5-719465EC2D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2C2E3A-8784-46F5-A6DD-6E65E964A88A}">
      <dgm:prSet/>
      <dgm:spPr/>
      <dgm:t>
        <a:bodyPr/>
        <a:lstStyle/>
        <a:p>
          <a:r>
            <a:rPr lang="en-US" b="0" i="0"/>
            <a:t>Un String es una cadena de caracteres.</a:t>
          </a:r>
          <a:endParaRPr lang="en-US"/>
        </a:p>
      </dgm:t>
    </dgm:pt>
    <dgm:pt modelId="{5C636759-0699-4E10-940A-C059660B3702}" type="parTrans" cxnId="{152A74E7-CAFE-4272-8CE7-3E70A4D3550F}">
      <dgm:prSet/>
      <dgm:spPr/>
      <dgm:t>
        <a:bodyPr/>
        <a:lstStyle/>
        <a:p>
          <a:endParaRPr lang="en-US"/>
        </a:p>
      </dgm:t>
    </dgm:pt>
    <dgm:pt modelId="{76F8B2F7-57D3-4760-929D-9D322442F9C4}" type="sibTrans" cxnId="{152A74E7-CAFE-4272-8CE7-3E70A4D3550F}">
      <dgm:prSet/>
      <dgm:spPr/>
      <dgm:t>
        <a:bodyPr/>
        <a:lstStyle/>
        <a:p>
          <a:endParaRPr lang="en-US"/>
        </a:p>
      </dgm:t>
    </dgm:pt>
    <dgm:pt modelId="{4B77F429-5A3A-4BB5-932F-4F236BB89D7C}">
      <dgm:prSet/>
      <dgm:spPr/>
      <dgm:t>
        <a:bodyPr/>
        <a:lstStyle/>
        <a:p>
          <a:r>
            <a:rPr lang="en-US" b="0" i="0"/>
            <a:t>Es un objeto (clase String).</a:t>
          </a:r>
          <a:endParaRPr lang="en-US"/>
        </a:p>
      </dgm:t>
    </dgm:pt>
    <dgm:pt modelId="{B50B10DB-BF6D-4666-BBF2-0B873DDD4021}" type="parTrans" cxnId="{E607979B-3810-4450-8373-B9ED0C6C620B}">
      <dgm:prSet/>
      <dgm:spPr/>
      <dgm:t>
        <a:bodyPr/>
        <a:lstStyle/>
        <a:p>
          <a:endParaRPr lang="en-US"/>
        </a:p>
      </dgm:t>
    </dgm:pt>
    <dgm:pt modelId="{934758A9-D9D0-43ED-8921-2EC8AD881B9A}" type="sibTrans" cxnId="{E607979B-3810-4450-8373-B9ED0C6C620B}">
      <dgm:prSet/>
      <dgm:spPr/>
      <dgm:t>
        <a:bodyPr/>
        <a:lstStyle/>
        <a:p>
          <a:endParaRPr lang="en-US"/>
        </a:p>
      </dgm:t>
    </dgm:pt>
    <dgm:pt modelId="{88B384F9-9521-41B5-9596-915A92F6BAF5}">
      <dgm:prSet/>
      <dgm:spPr/>
      <dgm:t>
        <a:bodyPr/>
        <a:lstStyle/>
        <a:p>
          <a:r>
            <a:rPr lang="en-US" b="0" i="0"/>
            <a:t>char[] es un arreglo de caracteres.</a:t>
          </a:r>
          <a:endParaRPr lang="en-US"/>
        </a:p>
      </dgm:t>
    </dgm:pt>
    <dgm:pt modelId="{958B02B4-6C54-45D5-9F28-7FD39DF4DD1C}" type="parTrans" cxnId="{440A38F9-5040-4C1D-855C-428B570391D3}">
      <dgm:prSet/>
      <dgm:spPr/>
      <dgm:t>
        <a:bodyPr/>
        <a:lstStyle/>
        <a:p>
          <a:endParaRPr lang="en-US"/>
        </a:p>
      </dgm:t>
    </dgm:pt>
    <dgm:pt modelId="{0818FF51-19F8-439B-AEA5-1FBD8989A7BB}" type="sibTrans" cxnId="{440A38F9-5040-4C1D-855C-428B570391D3}">
      <dgm:prSet/>
      <dgm:spPr/>
      <dgm:t>
        <a:bodyPr/>
        <a:lstStyle/>
        <a:p>
          <a:endParaRPr lang="en-US"/>
        </a:p>
      </dgm:t>
    </dgm:pt>
    <dgm:pt modelId="{D8C5AE8D-F5C1-473E-B8CB-80DC16F95E71}">
      <dgm:prSet/>
      <dgm:spPr/>
      <dgm:t>
        <a:bodyPr/>
        <a:lstStyle/>
        <a:p>
          <a:r>
            <a:rPr lang="en-US" b="0" i="0"/>
            <a:t>Diferencia: String es inmutable, char[] es modificable.</a:t>
          </a:r>
          <a:endParaRPr lang="en-US"/>
        </a:p>
      </dgm:t>
    </dgm:pt>
    <dgm:pt modelId="{5970161A-4DD3-42E1-A50D-664A16796A7D}" type="parTrans" cxnId="{6910D199-A050-4FEA-BF73-3A25DFBD3848}">
      <dgm:prSet/>
      <dgm:spPr/>
      <dgm:t>
        <a:bodyPr/>
        <a:lstStyle/>
        <a:p>
          <a:endParaRPr lang="en-US"/>
        </a:p>
      </dgm:t>
    </dgm:pt>
    <dgm:pt modelId="{EE756679-7162-4FA6-AD2F-C5D555C15CA6}" type="sibTrans" cxnId="{6910D199-A050-4FEA-BF73-3A25DFBD3848}">
      <dgm:prSet/>
      <dgm:spPr/>
      <dgm:t>
        <a:bodyPr/>
        <a:lstStyle/>
        <a:p>
          <a:endParaRPr lang="en-US"/>
        </a:p>
      </dgm:t>
    </dgm:pt>
    <dgm:pt modelId="{E136FF76-CD89-4BE1-AA34-3DF614EDDA6A}" type="pres">
      <dgm:prSet presAssocID="{B78B0FAF-2ADA-4CAD-88B5-719465EC2DF5}" presName="root" presStyleCnt="0">
        <dgm:presLayoutVars>
          <dgm:dir/>
          <dgm:resizeHandles val="exact"/>
        </dgm:presLayoutVars>
      </dgm:prSet>
      <dgm:spPr/>
    </dgm:pt>
    <dgm:pt modelId="{37B56828-539B-4BC6-90B9-CE27C3026A0F}" type="pres">
      <dgm:prSet presAssocID="{C22C2E3A-8784-46F5-A6DD-6E65E964A88A}" presName="compNode" presStyleCnt="0"/>
      <dgm:spPr/>
    </dgm:pt>
    <dgm:pt modelId="{0EA8C585-CD6F-49AA-8AA2-F3B88EB2A6C2}" type="pres">
      <dgm:prSet presAssocID="{C22C2E3A-8784-46F5-A6DD-6E65E964A88A}" presName="bgRect" presStyleLbl="bgShp" presStyleIdx="0" presStyleCnt="4"/>
      <dgm:spPr/>
    </dgm:pt>
    <dgm:pt modelId="{76B84987-516F-4B1B-B3D2-41FCB3952CD2}" type="pres">
      <dgm:prSet presAssocID="{C22C2E3A-8784-46F5-A6DD-6E65E964A88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úsica"/>
        </a:ext>
      </dgm:extLst>
    </dgm:pt>
    <dgm:pt modelId="{2AF92351-3347-4988-932E-47242B5B57B6}" type="pres">
      <dgm:prSet presAssocID="{C22C2E3A-8784-46F5-A6DD-6E65E964A88A}" presName="spaceRect" presStyleCnt="0"/>
      <dgm:spPr/>
    </dgm:pt>
    <dgm:pt modelId="{DEF821F0-F62B-4441-9D85-AA2133A71312}" type="pres">
      <dgm:prSet presAssocID="{C22C2E3A-8784-46F5-A6DD-6E65E964A88A}" presName="parTx" presStyleLbl="revTx" presStyleIdx="0" presStyleCnt="4">
        <dgm:presLayoutVars>
          <dgm:chMax val="0"/>
          <dgm:chPref val="0"/>
        </dgm:presLayoutVars>
      </dgm:prSet>
      <dgm:spPr/>
    </dgm:pt>
    <dgm:pt modelId="{7DCC6513-BC04-4665-9464-F691E888173C}" type="pres">
      <dgm:prSet presAssocID="{76F8B2F7-57D3-4760-929D-9D322442F9C4}" presName="sibTrans" presStyleCnt="0"/>
      <dgm:spPr/>
    </dgm:pt>
    <dgm:pt modelId="{B5E2D1D8-2E29-4CBD-B3FC-5F12949D24CC}" type="pres">
      <dgm:prSet presAssocID="{4B77F429-5A3A-4BB5-932F-4F236BB89D7C}" presName="compNode" presStyleCnt="0"/>
      <dgm:spPr/>
    </dgm:pt>
    <dgm:pt modelId="{E437F2A0-F45B-46AC-91C5-3CCEE6CFE8CF}" type="pres">
      <dgm:prSet presAssocID="{4B77F429-5A3A-4BB5-932F-4F236BB89D7C}" presName="bgRect" presStyleLbl="bgShp" presStyleIdx="1" presStyleCnt="4"/>
      <dgm:spPr/>
    </dgm:pt>
    <dgm:pt modelId="{58569855-5ECB-4685-AF34-9EBE025BD0F5}" type="pres">
      <dgm:prSet presAssocID="{4B77F429-5A3A-4BB5-932F-4F236BB89D7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ín"/>
        </a:ext>
      </dgm:extLst>
    </dgm:pt>
    <dgm:pt modelId="{BEF33FEB-BFC2-4F85-A2EB-140836F30A21}" type="pres">
      <dgm:prSet presAssocID="{4B77F429-5A3A-4BB5-932F-4F236BB89D7C}" presName="spaceRect" presStyleCnt="0"/>
      <dgm:spPr/>
    </dgm:pt>
    <dgm:pt modelId="{811CE716-0898-407C-8C87-56BB4D11BAA2}" type="pres">
      <dgm:prSet presAssocID="{4B77F429-5A3A-4BB5-932F-4F236BB89D7C}" presName="parTx" presStyleLbl="revTx" presStyleIdx="1" presStyleCnt="4">
        <dgm:presLayoutVars>
          <dgm:chMax val="0"/>
          <dgm:chPref val="0"/>
        </dgm:presLayoutVars>
      </dgm:prSet>
      <dgm:spPr/>
    </dgm:pt>
    <dgm:pt modelId="{B781E1F8-42C5-45D5-8312-5FC5BFCD5DD4}" type="pres">
      <dgm:prSet presAssocID="{934758A9-D9D0-43ED-8921-2EC8AD881B9A}" presName="sibTrans" presStyleCnt="0"/>
      <dgm:spPr/>
    </dgm:pt>
    <dgm:pt modelId="{8698C688-CE4B-4518-8DB5-6801EFC96274}" type="pres">
      <dgm:prSet presAssocID="{88B384F9-9521-41B5-9596-915A92F6BAF5}" presName="compNode" presStyleCnt="0"/>
      <dgm:spPr/>
    </dgm:pt>
    <dgm:pt modelId="{46DC5628-BE16-4DB3-8A6D-C790880C0D41}" type="pres">
      <dgm:prSet presAssocID="{88B384F9-9521-41B5-9596-915A92F6BAF5}" presName="bgRect" presStyleLbl="bgShp" presStyleIdx="2" presStyleCnt="4"/>
      <dgm:spPr/>
    </dgm:pt>
    <dgm:pt modelId="{976911CD-C80C-4195-82BB-CC47B309C167}" type="pres">
      <dgm:prSet presAssocID="{88B384F9-9521-41B5-9596-915A92F6BAF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4D17E9FC-1B7B-4929-8D5D-53F754B32D85}" type="pres">
      <dgm:prSet presAssocID="{88B384F9-9521-41B5-9596-915A92F6BAF5}" presName="spaceRect" presStyleCnt="0"/>
      <dgm:spPr/>
    </dgm:pt>
    <dgm:pt modelId="{DCCD8749-8F5D-4C0B-AEF9-082B8F78A4CE}" type="pres">
      <dgm:prSet presAssocID="{88B384F9-9521-41B5-9596-915A92F6BAF5}" presName="parTx" presStyleLbl="revTx" presStyleIdx="2" presStyleCnt="4">
        <dgm:presLayoutVars>
          <dgm:chMax val="0"/>
          <dgm:chPref val="0"/>
        </dgm:presLayoutVars>
      </dgm:prSet>
      <dgm:spPr/>
    </dgm:pt>
    <dgm:pt modelId="{E3226A30-E39B-4B7E-B27E-BC86F0E6BF85}" type="pres">
      <dgm:prSet presAssocID="{0818FF51-19F8-439B-AEA5-1FBD8989A7BB}" presName="sibTrans" presStyleCnt="0"/>
      <dgm:spPr/>
    </dgm:pt>
    <dgm:pt modelId="{0E6775A4-53A9-4F6E-B980-B05C0C7EF111}" type="pres">
      <dgm:prSet presAssocID="{D8C5AE8D-F5C1-473E-B8CB-80DC16F95E71}" presName="compNode" presStyleCnt="0"/>
      <dgm:spPr/>
    </dgm:pt>
    <dgm:pt modelId="{1881195B-DFC5-4C40-9353-DC4D8CA65F1B}" type="pres">
      <dgm:prSet presAssocID="{D8C5AE8D-F5C1-473E-B8CB-80DC16F95E71}" presName="bgRect" presStyleLbl="bgShp" presStyleIdx="3" presStyleCnt="4"/>
      <dgm:spPr/>
    </dgm:pt>
    <dgm:pt modelId="{126F3009-62A0-4FA4-9412-EC8F06908CBF}" type="pres">
      <dgm:prSet presAssocID="{D8C5AE8D-F5C1-473E-B8CB-80DC16F95E7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illas"/>
        </a:ext>
      </dgm:extLst>
    </dgm:pt>
    <dgm:pt modelId="{48BBDC63-A0D4-4CFF-BEF6-44450F537813}" type="pres">
      <dgm:prSet presAssocID="{D8C5AE8D-F5C1-473E-B8CB-80DC16F95E71}" presName="spaceRect" presStyleCnt="0"/>
      <dgm:spPr/>
    </dgm:pt>
    <dgm:pt modelId="{AEF0B6C2-9480-4550-8516-8783B2A061D6}" type="pres">
      <dgm:prSet presAssocID="{D8C5AE8D-F5C1-473E-B8CB-80DC16F95E7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FC49229-2237-4C05-B30B-8EABC4782558}" type="presOf" srcId="{B78B0FAF-2ADA-4CAD-88B5-719465EC2DF5}" destId="{E136FF76-CD89-4BE1-AA34-3DF614EDDA6A}" srcOrd="0" destOrd="0" presId="urn:microsoft.com/office/officeart/2018/2/layout/IconVerticalSolidList"/>
    <dgm:cxn modelId="{B1E32E4D-6B14-4BD7-BC51-D79BCBA78096}" type="presOf" srcId="{88B384F9-9521-41B5-9596-915A92F6BAF5}" destId="{DCCD8749-8F5D-4C0B-AEF9-082B8F78A4CE}" srcOrd="0" destOrd="0" presId="urn:microsoft.com/office/officeart/2018/2/layout/IconVerticalSolidList"/>
    <dgm:cxn modelId="{1D227C4F-827D-4822-8029-D0A5803A5AA5}" type="presOf" srcId="{4B77F429-5A3A-4BB5-932F-4F236BB89D7C}" destId="{811CE716-0898-407C-8C87-56BB4D11BAA2}" srcOrd="0" destOrd="0" presId="urn:microsoft.com/office/officeart/2018/2/layout/IconVerticalSolidList"/>
    <dgm:cxn modelId="{45F86C8A-23C4-4258-B0A3-B9412679DC04}" type="presOf" srcId="{C22C2E3A-8784-46F5-A6DD-6E65E964A88A}" destId="{DEF821F0-F62B-4441-9D85-AA2133A71312}" srcOrd="0" destOrd="0" presId="urn:microsoft.com/office/officeart/2018/2/layout/IconVerticalSolidList"/>
    <dgm:cxn modelId="{6910D199-A050-4FEA-BF73-3A25DFBD3848}" srcId="{B78B0FAF-2ADA-4CAD-88B5-719465EC2DF5}" destId="{D8C5AE8D-F5C1-473E-B8CB-80DC16F95E71}" srcOrd="3" destOrd="0" parTransId="{5970161A-4DD3-42E1-A50D-664A16796A7D}" sibTransId="{EE756679-7162-4FA6-AD2F-C5D555C15CA6}"/>
    <dgm:cxn modelId="{E607979B-3810-4450-8373-B9ED0C6C620B}" srcId="{B78B0FAF-2ADA-4CAD-88B5-719465EC2DF5}" destId="{4B77F429-5A3A-4BB5-932F-4F236BB89D7C}" srcOrd="1" destOrd="0" parTransId="{B50B10DB-BF6D-4666-BBF2-0B873DDD4021}" sibTransId="{934758A9-D9D0-43ED-8921-2EC8AD881B9A}"/>
    <dgm:cxn modelId="{152A74E7-CAFE-4272-8CE7-3E70A4D3550F}" srcId="{B78B0FAF-2ADA-4CAD-88B5-719465EC2DF5}" destId="{C22C2E3A-8784-46F5-A6DD-6E65E964A88A}" srcOrd="0" destOrd="0" parTransId="{5C636759-0699-4E10-940A-C059660B3702}" sibTransId="{76F8B2F7-57D3-4760-929D-9D322442F9C4}"/>
    <dgm:cxn modelId="{440A38F9-5040-4C1D-855C-428B570391D3}" srcId="{B78B0FAF-2ADA-4CAD-88B5-719465EC2DF5}" destId="{88B384F9-9521-41B5-9596-915A92F6BAF5}" srcOrd="2" destOrd="0" parTransId="{958B02B4-6C54-45D5-9F28-7FD39DF4DD1C}" sibTransId="{0818FF51-19F8-439B-AEA5-1FBD8989A7BB}"/>
    <dgm:cxn modelId="{CC5B2AFE-1DFF-499A-B13D-43F80C8505F7}" type="presOf" srcId="{D8C5AE8D-F5C1-473E-B8CB-80DC16F95E71}" destId="{AEF0B6C2-9480-4550-8516-8783B2A061D6}" srcOrd="0" destOrd="0" presId="urn:microsoft.com/office/officeart/2018/2/layout/IconVerticalSolidList"/>
    <dgm:cxn modelId="{47A4D291-A879-435D-877A-54A2FB628A97}" type="presParOf" srcId="{E136FF76-CD89-4BE1-AA34-3DF614EDDA6A}" destId="{37B56828-539B-4BC6-90B9-CE27C3026A0F}" srcOrd="0" destOrd="0" presId="urn:microsoft.com/office/officeart/2018/2/layout/IconVerticalSolidList"/>
    <dgm:cxn modelId="{D34E6682-3575-48C6-BE00-1DA1DE697078}" type="presParOf" srcId="{37B56828-539B-4BC6-90B9-CE27C3026A0F}" destId="{0EA8C585-CD6F-49AA-8AA2-F3B88EB2A6C2}" srcOrd="0" destOrd="0" presId="urn:microsoft.com/office/officeart/2018/2/layout/IconVerticalSolidList"/>
    <dgm:cxn modelId="{EF76DC59-10EA-454E-8D08-2498F8CAB703}" type="presParOf" srcId="{37B56828-539B-4BC6-90B9-CE27C3026A0F}" destId="{76B84987-516F-4B1B-B3D2-41FCB3952CD2}" srcOrd="1" destOrd="0" presId="urn:microsoft.com/office/officeart/2018/2/layout/IconVerticalSolidList"/>
    <dgm:cxn modelId="{DB666E94-0C93-4DDB-9E4B-6685FD5EB4B4}" type="presParOf" srcId="{37B56828-539B-4BC6-90B9-CE27C3026A0F}" destId="{2AF92351-3347-4988-932E-47242B5B57B6}" srcOrd="2" destOrd="0" presId="urn:microsoft.com/office/officeart/2018/2/layout/IconVerticalSolidList"/>
    <dgm:cxn modelId="{47C57F46-4AFF-4F17-91D3-4139EA2F1BE4}" type="presParOf" srcId="{37B56828-539B-4BC6-90B9-CE27C3026A0F}" destId="{DEF821F0-F62B-4441-9D85-AA2133A71312}" srcOrd="3" destOrd="0" presId="urn:microsoft.com/office/officeart/2018/2/layout/IconVerticalSolidList"/>
    <dgm:cxn modelId="{1F4DD80D-7855-445E-B9B7-3247DBD19E99}" type="presParOf" srcId="{E136FF76-CD89-4BE1-AA34-3DF614EDDA6A}" destId="{7DCC6513-BC04-4665-9464-F691E888173C}" srcOrd="1" destOrd="0" presId="urn:microsoft.com/office/officeart/2018/2/layout/IconVerticalSolidList"/>
    <dgm:cxn modelId="{0DB53DC5-7E11-4FA5-A357-A6C92546ADF0}" type="presParOf" srcId="{E136FF76-CD89-4BE1-AA34-3DF614EDDA6A}" destId="{B5E2D1D8-2E29-4CBD-B3FC-5F12949D24CC}" srcOrd="2" destOrd="0" presId="urn:microsoft.com/office/officeart/2018/2/layout/IconVerticalSolidList"/>
    <dgm:cxn modelId="{4B021F0B-1F9C-4BDE-97ED-5718F7E5F80D}" type="presParOf" srcId="{B5E2D1D8-2E29-4CBD-B3FC-5F12949D24CC}" destId="{E437F2A0-F45B-46AC-91C5-3CCEE6CFE8CF}" srcOrd="0" destOrd="0" presId="urn:microsoft.com/office/officeart/2018/2/layout/IconVerticalSolidList"/>
    <dgm:cxn modelId="{E41B0E86-77E7-4010-A563-75CEB1C232A6}" type="presParOf" srcId="{B5E2D1D8-2E29-4CBD-B3FC-5F12949D24CC}" destId="{58569855-5ECB-4685-AF34-9EBE025BD0F5}" srcOrd="1" destOrd="0" presId="urn:microsoft.com/office/officeart/2018/2/layout/IconVerticalSolidList"/>
    <dgm:cxn modelId="{882F530A-6821-42AC-A2DB-BA375ED8E51D}" type="presParOf" srcId="{B5E2D1D8-2E29-4CBD-B3FC-5F12949D24CC}" destId="{BEF33FEB-BFC2-4F85-A2EB-140836F30A21}" srcOrd="2" destOrd="0" presId="urn:microsoft.com/office/officeart/2018/2/layout/IconVerticalSolidList"/>
    <dgm:cxn modelId="{E6B57084-CA11-443B-8AE2-89A2F3E7DF74}" type="presParOf" srcId="{B5E2D1D8-2E29-4CBD-B3FC-5F12949D24CC}" destId="{811CE716-0898-407C-8C87-56BB4D11BAA2}" srcOrd="3" destOrd="0" presId="urn:microsoft.com/office/officeart/2018/2/layout/IconVerticalSolidList"/>
    <dgm:cxn modelId="{B88A5286-7069-4B45-AC9C-953B5A7EF26B}" type="presParOf" srcId="{E136FF76-CD89-4BE1-AA34-3DF614EDDA6A}" destId="{B781E1F8-42C5-45D5-8312-5FC5BFCD5DD4}" srcOrd="3" destOrd="0" presId="urn:microsoft.com/office/officeart/2018/2/layout/IconVerticalSolidList"/>
    <dgm:cxn modelId="{EA8CF534-7498-4E8F-9F31-010E0D7A01FB}" type="presParOf" srcId="{E136FF76-CD89-4BE1-AA34-3DF614EDDA6A}" destId="{8698C688-CE4B-4518-8DB5-6801EFC96274}" srcOrd="4" destOrd="0" presId="urn:microsoft.com/office/officeart/2018/2/layout/IconVerticalSolidList"/>
    <dgm:cxn modelId="{F012315A-9629-4603-B30E-01110B6883BE}" type="presParOf" srcId="{8698C688-CE4B-4518-8DB5-6801EFC96274}" destId="{46DC5628-BE16-4DB3-8A6D-C790880C0D41}" srcOrd="0" destOrd="0" presId="urn:microsoft.com/office/officeart/2018/2/layout/IconVerticalSolidList"/>
    <dgm:cxn modelId="{3F283F85-EC8F-4DD8-9620-E4714CBBAB19}" type="presParOf" srcId="{8698C688-CE4B-4518-8DB5-6801EFC96274}" destId="{976911CD-C80C-4195-82BB-CC47B309C167}" srcOrd="1" destOrd="0" presId="urn:microsoft.com/office/officeart/2018/2/layout/IconVerticalSolidList"/>
    <dgm:cxn modelId="{76A56295-5DBE-4BFE-818A-D752B606347B}" type="presParOf" srcId="{8698C688-CE4B-4518-8DB5-6801EFC96274}" destId="{4D17E9FC-1B7B-4929-8D5D-53F754B32D85}" srcOrd="2" destOrd="0" presId="urn:microsoft.com/office/officeart/2018/2/layout/IconVerticalSolidList"/>
    <dgm:cxn modelId="{48913A4D-831A-4224-8100-917C2A25442D}" type="presParOf" srcId="{8698C688-CE4B-4518-8DB5-6801EFC96274}" destId="{DCCD8749-8F5D-4C0B-AEF9-082B8F78A4CE}" srcOrd="3" destOrd="0" presId="urn:microsoft.com/office/officeart/2018/2/layout/IconVerticalSolidList"/>
    <dgm:cxn modelId="{68B26C4E-0213-43D9-B2AA-0CD138879D9B}" type="presParOf" srcId="{E136FF76-CD89-4BE1-AA34-3DF614EDDA6A}" destId="{E3226A30-E39B-4B7E-B27E-BC86F0E6BF85}" srcOrd="5" destOrd="0" presId="urn:microsoft.com/office/officeart/2018/2/layout/IconVerticalSolidList"/>
    <dgm:cxn modelId="{58D9DB55-46B6-4668-8F53-9E7F74F4D4DC}" type="presParOf" srcId="{E136FF76-CD89-4BE1-AA34-3DF614EDDA6A}" destId="{0E6775A4-53A9-4F6E-B980-B05C0C7EF111}" srcOrd="6" destOrd="0" presId="urn:microsoft.com/office/officeart/2018/2/layout/IconVerticalSolidList"/>
    <dgm:cxn modelId="{1A7DA056-7C15-4AD0-9772-EA4E16CCD290}" type="presParOf" srcId="{0E6775A4-53A9-4F6E-B980-B05C0C7EF111}" destId="{1881195B-DFC5-4C40-9353-DC4D8CA65F1B}" srcOrd="0" destOrd="0" presId="urn:microsoft.com/office/officeart/2018/2/layout/IconVerticalSolidList"/>
    <dgm:cxn modelId="{896FD64A-1219-4415-9C93-83C3002EBC1A}" type="presParOf" srcId="{0E6775A4-53A9-4F6E-B980-B05C0C7EF111}" destId="{126F3009-62A0-4FA4-9412-EC8F06908CBF}" srcOrd="1" destOrd="0" presId="urn:microsoft.com/office/officeart/2018/2/layout/IconVerticalSolidList"/>
    <dgm:cxn modelId="{7D146194-AE3B-4CC7-A926-64113FE53E2D}" type="presParOf" srcId="{0E6775A4-53A9-4F6E-B980-B05C0C7EF111}" destId="{48BBDC63-A0D4-4CFF-BEF6-44450F537813}" srcOrd="2" destOrd="0" presId="urn:microsoft.com/office/officeart/2018/2/layout/IconVerticalSolidList"/>
    <dgm:cxn modelId="{DC5E81BC-16C5-470C-9A16-9230439758DA}" type="presParOf" srcId="{0E6775A4-53A9-4F6E-B980-B05C0C7EF111}" destId="{AEF0B6C2-9480-4550-8516-8783B2A061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2BF372-24AD-4191-ADF5-51B5D6045F9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691F00-5B4D-478E-AC7F-810511F70F43}">
      <dgm:prSet/>
      <dgm:spPr/>
      <dgm:t>
        <a:bodyPr/>
        <a:lstStyle/>
        <a:p>
          <a:r>
            <a:rPr lang="en-US" b="0" i="0"/>
            <a:t>split(): divide un texto en partes.</a:t>
          </a:r>
          <a:endParaRPr lang="en-US"/>
        </a:p>
      </dgm:t>
    </dgm:pt>
    <dgm:pt modelId="{E8D59165-C6B3-43C8-941E-CB2AE95A96C9}" type="parTrans" cxnId="{7956072F-4F0D-4CBB-AFFE-487777BB035A}">
      <dgm:prSet/>
      <dgm:spPr/>
      <dgm:t>
        <a:bodyPr/>
        <a:lstStyle/>
        <a:p>
          <a:endParaRPr lang="en-US"/>
        </a:p>
      </dgm:t>
    </dgm:pt>
    <dgm:pt modelId="{94B1EB30-DD41-424B-A1AD-B9ABC1402F92}" type="sibTrans" cxnId="{7956072F-4F0D-4CBB-AFFE-487777BB035A}">
      <dgm:prSet/>
      <dgm:spPr/>
      <dgm:t>
        <a:bodyPr/>
        <a:lstStyle/>
        <a:p>
          <a:endParaRPr lang="en-US"/>
        </a:p>
      </dgm:t>
    </dgm:pt>
    <dgm:pt modelId="{8AF59AF2-FBDC-4B82-83E8-101F0F3ADC0F}">
      <dgm:prSet/>
      <dgm:spPr/>
      <dgm:t>
        <a:bodyPr/>
        <a:lstStyle/>
        <a:p>
          <a:r>
            <a:rPr lang="en-US" b="0" i="0"/>
            <a:t>toLowerCase(): convierte a minúsculas.</a:t>
          </a:r>
          <a:endParaRPr lang="en-US"/>
        </a:p>
      </dgm:t>
    </dgm:pt>
    <dgm:pt modelId="{793B0796-08D8-4056-9A7A-5DCEECAD19D8}" type="parTrans" cxnId="{C5A0E8DB-032E-4863-85E1-F25A321F3D71}">
      <dgm:prSet/>
      <dgm:spPr/>
      <dgm:t>
        <a:bodyPr/>
        <a:lstStyle/>
        <a:p>
          <a:endParaRPr lang="en-US"/>
        </a:p>
      </dgm:t>
    </dgm:pt>
    <dgm:pt modelId="{9A68B35F-C1AD-49A0-B624-50B0256EDB7E}" type="sibTrans" cxnId="{C5A0E8DB-032E-4863-85E1-F25A321F3D71}">
      <dgm:prSet/>
      <dgm:spPr/>
      <dgm:t>
        <a:bodyPr/>
        <a:lstStyle/>
        <a:p>
          <a:endParaRPr lang="en-US"/>
        </a:p>
      </dgm:t>
    </dgm:pt>
    <dgm:pt modelId="{FCE42D9B-E1E8-41A1-8711-119239BC7BC8}">
      <dgm:prSet/>
      <dgm:spPr/>
      <dgm:t>
        <a:bodyPr/>
        <a:lstStyle/>
        <a:p>
          <a:r>
            <a:rPr lang="en-US" b="0" i="0"/>
            <a:t>charAt(): obtiene un carácter por índice.</a:t>
          </a:r>
          <a:endParaRPr lang="en-US"/>
        </a:p>
      </dgm:t>
    </dgm:pt>
    <dgm:pt modelId="{0AACC412-FC12-43B3-9890-C098861BEF30}" type="parTrans" cxnId="{E70970D2-A334-464D-B2E6-A5B183953724}">
      <dgm:prSet/>
      <dgm:spPr/>
      <dgm:t>
        <a:bodyPr/>
        <a:lstStyle/>
        <a:p>
          <a:endParaRPr lang="en-US"/>
        </a:p>
      </dgm:t>
    </dgm:pt>
    <dgm:pt modelId="{A75AFF37-E2E3-4D9E-A5A5-DA9A8E6A1A42}" type="sibTrans" cxnId="{E70970D2-A334-464D-B2E6-A5B183953724}">
      <dgm:prSet/>
      <dgm:spPr/>
      <dgm:t>
        <a:bodyPr/>
        <a:lstStyle/>
        <a:p>
          <a:endParaRPr lang="en-US"/>
        </a:p>
      </dgm:t>
    </dgm:pt>
    <dgm:pt modelId="{FC60CA5D-9271-41C9-81E5-B5C383FC0A4B}">
      <dgm:prSet/>
      <dgm:spPr/>
      <dgm:t>
        <a:bodyPr/>
        <a:lstStyle/>
        <a:p>
          <a:r>
            <a:rPr lang="en-US" b="0" i="0"/>
            <a:t>length(): devuelve la longitud del texto.</a:t>
          </a:r>
          <a:endParaRPr lang="en-US"/>
        </a:p>
      </dgm:t>
    </dgm:pt>
    <dgm:pt modelId="{E52C18C0-AE3B-4F63-B73F-E2CFE28DE182}" type="parTrans" cxnId="{8BF384D2-F7B8-4C52-A8EB-B21C769EF3D0}">
      <dgm:prSet/>
      <dgm:spPr/>
      <dgm:t>
        <a:bodyPr/>
        <a:lstStyle/>
        <a:p>
          <a:endParaRPr lang="en-US"/>
        </a:p>
      </dgm:t>
    </dgm:pt>
    <dgm:pt modelId="{C0B4C484-E88F-4FEC-814E-6B1EA791ED3F}" type="sibTrans" cxnId="{8BF384D2-F7B8-4C52-A8EB-B21C769EF3D0}">
      <dgm:prSet/>
      <dgm:spPr/>
      <dgm:t>
        <a:bodyPr/>
        <a:lstStyle/>
        <a:p>
          <a:endParaRPr lang="en-US"/>
        </a:p>
      </dgm:t>
    </dgm:pt>
    <dgm:pt modelId="{5C48ECBC-D7B3-4B66-8991-AF70EBFE4574}" type="pres">
      <dgm:prSet presAssocID="{B62BF372-24AD-4191-ADF5-51B5D6045F98}" presName="outerComposite" presStyleCnt="0">
        <dgm:presLayoutVars>
          <dgm:chMax val="5"/>
          <dgm:dir/>
          <dgm:resizeHandles val="exact"/>
        </dgm:presLayoutVars>
      </dgm:prSet>
      <dgm:spPr/>
    </dgm:pt>
    <dgm:pt modelId="{87BB989F-EB69-4629-8A7B-9F26DC138D51}" type="pres">
      <dgm:prSet presAssocID="{B62BF372-24AD-4191-ADF5-51B5D6045F98}" presName="dummyMaxCanvas" presStyleCnt="0">
        <dgm:presLayoutVars/>
      </dgm:prSet>
      <dgm:spPr/>
    </dgm:pt>
    <dgm:pt modelId="{B2935FCB-A954-4022-945A-AAE73D2441FF}" type="pres">
      <dgm:prSet presAssocID="{B62BF372-24AD-4191-ADF5-51B5D6045F98}" presName="FourNodes_1" presStyleLbl="node1" presStyleIdx="0" presStyleCnt="4">
        <dgm:presLayoutVars>
          <dgm:bulletEnabled val="1"/>
        </dgm:presLayoutVars>
      </dgm:prSet>
      <dgm:spPr/>
    </dgm:pt>
    <dgm:pt modelId="{001A6640-94B6-4CCB-8522-40BC15FD875E}" type="pres">
      <dgm:prSet presAssocID="{B62BF372-24AD-4191-ADF5-51B5D6045F98}" presName="FourNodes_2" presStyleLbl="node1" presStyleIdx="1" presStyleCnt="4">
        <dgm:presLayoutVars>
          <dgm:bulletEnabled val="1"/>
        </dgm:presLayoutVars>
      </dgm:prSet>
      <dgm:spPr/>
    </dgm:pt>
    <dgm:pt modelId="{93219EAB-3335-46E5-92BE-891CDBFBEB01}" type="pres">
      <dgm:prSet presAssocID="{B62BF372-24AD-4191-ADF5-51B5D6045F98}" presName="FourNodes_3" presStyleLbl="node1" presStyleIdx="2" presStyleCnt="4">
        <dgm:presLayoutVars>
          <dgm:bulletEnabled val="1"/>
        </dgm:presLayoutVars>
      </dgm:prSet>
      <dgm:spPr/>
    </dgm:pt>
    <dgm:pt modelId="{4F269F12-02B4-4218-91BD-4FD19A3E5398}" type="pres">
      <dgm:prSet presAssocID="{B62BF372-24AD-4191-ADF5-51B5D6045F98}" presName="FourNodes_4" presStyleLbl="node1" presStyleIdx="3" presStyleCnt="4">
        <dgm:presLayoutVars>
          <dgm:bulletEnabled val="1"/>
        </dgm:presLayoutVars>
      </dgm:prSet>
      <dgm:spPr/>
    </dgm:pt>
    <dgm:pt modelId="{38057B0A-200D-41E8-B0F2-2A06A87BA1B1}" type="pres">
      <dgm:prSet presAssocID="{B62BF372-24AD-4191-ADF5-51B5D6045F98}" presName="FourConn_1-2" presStyleLbl="fgAccFollowNode1" presStyleIdx="0" presStyleCnt="3">
        <dgm:presLayoutVars>
          <dgm:bulletEnabled val="1"/>
        </dgm:presLayoutVars>
      </dgm:prSet>
      <dgm:spPr/>
    </dgm:pt>
    <dgm:pt modelId="{C2EACF73-EB44-4A66-80C6-B4B189AD0D41}" type="pres">
      <dgm:prSet presAssocID="{B62BF372-24AD-4191-ADF5-51B5D6045F98}" presName="FourConn_2-3" presStyleLbl="fgAccFollowNode1" presStyleIdx="1" presStyleCnt="3">
        <dgm:presLayoutVars>
          <dgm:bulletEnabled val="1"/>
        </dgm:presLayoutVars>
      </dgm:prSet>
      <dgm:spPr/>
    </dgm:pt>
    <dgm:pt modelId="{02F0151C-F608-48AB-9761-10BB1CA47D76}" type="pres">
      <dgm:prSet presAssocID="{B62BF372-24AD-4191-ADF5-51B5D6045F98}" presName="FourConn_3-4" presStyleLbl="fgAccFollowNode1" presStyleIdx="2" presStyleCnt="3">
        <dgm:presLayoutVars>
          <dgm:bulletEnabled val="1"/>
        </dgm:presLayoutVars>
      </dgm:prSet>
      <dgm:spPr/>
    </dgm:pt>
    <dgm:pt modelId="{1EBE5313-803B-4A14-8FFA-28F2B0E26A09}" type="pres">
      <dgm:prSet presAssocID="{B62BF372-24AD-4191-ADF5-51B5D6045F98}" presName="FourNodes_1_text" presStyleLbl="node1" presStyleIdx="3" presStyleCnt="4">
        <dgm:presLayoutVars>
          <dgm:bulletEnabled val="1"/>
        </dgm:presLayoutVars>
      </dgm:prSet>
      <dgm:spPr/>
    </dgm:pt>
    <dgm:pt modelId="{034D1973-BB7C-4698-8C01-4D04A5236ED1}" type="pres">
      <dgm:prSet presAssocID="{B62BF372-24AD-4191-ADF5-51B5D6045F98}" presName="FourNodes_2_text" presStyleLbl="node1" presStyleIdx="3" presStyleCnt="4">
        <dgm:presLayoutVars>
          <dgm:bulletEnabled val="1"/>
        </dgm:presLayoutVars>
      </dgm:prSet>
      <dgm:spPr/>
    </dgm:pt>
    <dgm:pt modelId="{A8FAE86D-444B-47CA-BCE6-B4FE201C06FD}" type="pres">
      <dgm:prSet presAssocID="{B62BF372-24AD-4191-ADF5-51B5D6045F98}" presName="FourNodes_3_text" presStyleLbl="node1" presStyleIdx="3" presStyleCnt="4">
        <dgm:presLayoutVars>
          <dgm:bulletEnabled val="1"/>
        </dgm:presLayoutVars>
      </dgm:prSet>
      <dgm:spPr/>
    </dgm:pt>
    <dgm:pt modelId="{9E7E34E6-204E-4F21-B6F1-0A599FCC91D3}" type="pres">
      <dgm:prSet presAssocID="{B62BF372-24AD-4191-ADF5-51B5D6045F9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3643D01-3061-49EB-A0F3-EA18FE15981A}" type="presOf" srcId="{D5691F00-5B4D-478E-AC7F-810511F70F43}" destId="{1EBE5313-803B-4A14-8FFA-28F2B0E26A09}" srcOrd="1" destOrd="0" presId="urn:microsoft.com/office/officeart/2005/8/layout/vProcess5"/>
    <dgm:cxn modelId="{021EE608-6D97-412A-9A31-88EF851AA8CF}" type="presOf" srcId="{9A68B35F-C1AD-49A0-B624-50B0256EDB7E}" destId="{C2EACF73-EB44-4A66-80C6-B4B189AD0D41}" srcOrd="0" destOrd="0" presId="urn:microsoft.com/office/officeart/2005/8/layout/vProcess5"/>
    <dgm:cxn modelId="{3DE51414-D675-464E-BAB9-ED171C61A05A}" type="presOf" srcId="{D5691F00-5B4D-478E-AC7F-810511F70F43}" destId="{B2935FCB-A954-4022-945A-AAE73D2441FF}" srcOrd="0" destOrd="0" presId="urn:microsoft.com/office/officeart/2005/8/layout/vProcess5"/>
    <dgm:cxn modelId="{26E1491D-1F95-4AB9-A0AF-130853104EC8}" type="presOf" srcId="{8AF59AF2-FBDC-4B82-83E8-101F0F3ADC0F}" destId="{034D1973-BB7C-4698-8C01-4D04A5236ED1}" srcOrd="1" destOrd="0" presId="urn:microsoft.com/office/officeart/2005/8/layout/vProcess5"/>
    <dgm:cxn modelId="{2A2CCA22-7392-47E8-84EF-8C73E34DB8D8}" type="presOf" srcId="{A75AFF37-E2E3-4D9E-A5A5-DA9A8E6A1A42}" destId="{02F0151C-F608-48AB-9761-10BB1CA47D76}" srcOrd="0" destOrd="0" presId="urn:microsoft.com/office/officeart/2005/8/layout/vProcess5"/>
    <dgm:cxn modelId="{7956072F-4F0D-4CBB-AFFE-487777BB035A}" srcId="{B62BF372-24AD-4191-ADF5-51B5D6045F98}" destId="{D5691F00-5B4D-478E-AC7F-810511F70F43}" srcOrd="0" destOrd="0" parTransId="{E8D59165-C6B3-43C8-941E-CB2AE95A96C9}" sibTransId="{94B1EB30-DD41-424B-A1AD-B9ABC1402F92}"/>
    <dgm:cxn modelId="{C38B403A-A8B3-4E0F-85D1-1FBE0A9A191F}" type="presOf" srcId="{FC60CA5D-9271-41C9-81E5-B5C383FC0A4B}" destId="{9E7E34E6-204E-4F21-B6F1-0A599FCC91D3}" srcOrd="1" destOrd="0" presId="urn:microsoft.com/office/officeart/2005/8/layout/vProcess5"/>
    <dgm:cxn modelId="{DB37733F-2809-4101-B643-FB25BF957C22}" type="presOf" srcId="{94B1EB30-DD41-424B-A1AD-B9ABC1402F92}" destId="{38057B0A-200D-41E8-B0F2-2A06A87BA1B1}" srcOrd="0" destOrd="0" presId="urn:microsoft.com/office/officeart/2005/8/layout/vProcess5"/>
    <dgm:cxn modelId="{1ACC7961-5B47-448C-AB3A-71D47AB766FA}" type="presOf" srcId="{B62BF372-24AD-4191-ADF5-51B5D6045F98}" destId="{5C48ECBC-D7B3-4B66-8991-AF70EBFE4574}" srcOrd="0" destOrd="0" presId="urn:microsoft.com/office/officeart/2005/8/layout/vProcess5"/>
    <dgm:cxn modelId="{421B9C43-C49B-4417-9C82-A1C428DBF3E4}" type="presOf" srcId="{8AF59AF2-FBDC-4B82-83E8-101F0F3ADC0F}" destId="{001A6640-94B6-4CCB-8522-40BC15FD875E}" srcOrd="0" destOrd="0" presId="urn:microsoft.com/office/officeart/2005/8/layout/vProcess5"/>
    <dgm:cxn modelId="{E4AE0D6C-F8F6-4E4D-AEE3-0151DFF3AE0B}" type="presOf" srcId="{FC60CA5D-9271-41C9-81E5-B5C383FC0A4B}" destId="{4F269F12-02B4-4218-91BD-4FD19A3E5398}" srcOrd="0" destOrd="0" presId="urn:microsoft.com/office/officeart/2005/8/layout/vProcess5"/>
    <dgm:cxn modelId="{E70970D2-A334-464D-B2E6-A5B183953724}" srcId="{B62BF372-24AD-4191-ADF5-51B5D6045F98}" destId="{FCE42D9B-E1E8-41A1-8711-119239BC7BC8}" srcOrd="2" destOrd="0" parTransId="{0AACC412-FC12-43B3-9890-C098861BEF30}" sibTransId="{A75AFF37-E2E3-4D9E-A5A5-DA9A8E6A1A42}"/>
    <dgm:cxn modelId="{8BF384D2-F7B8-4C52-A8EB-B21C769EF3D0}" srcId="{B62BF372-24AD-4191-ADF5-51B5D6045F98}" destId="{FC60CA5D-9271-41C9-81E5-B5C383FC0A4B}" srcOrd="3" destOrd="0" parTransId="{E52C18C0-AE3B-4F63-B73F-E2CFE28DE182}" sibTransId="{C0B4C484-E88F-4FEC-814E-6B1EA791ED3F}"/>
    <dgm:cxn modelId="{AAFCEFD9-15BC-455A-8528-5D511961BFF7}" type="presOf" srcId="{FCE42D9B-E1E8-41A1-8711-119239BC7BC8}" destId="{A8FAE86D-444B-47CA-BCE6-B4FE201C06FD}" srcOrd="1" destOrd="0" presId="urn:microsoft.com/office/officeart/2005/8/layout/vProcess5"/>
    <dgm:cxn modelId="{C5A0E8DB-032E-4863-85E1-F25A321F3D71}" srcId="{B62BF372-24AD-4191-ADF5-51B5D6045F98}" destId="{8AF59AF2-FBDC-4B82-83E8-101F0F3ADC0F}" srcOrd="1" destOrd="0" parTransId="{793B0796-08D8-4056-9A7A-5DCEECAD19D8}" sibTransId="{9A68B35F-C1AD-49A0-B624-50B0256EDB7E}"/>
    <dgm:cxn modelId="{69EC29E5-2C1A-4274-B832-B0D61A6BDF09}" type="presOf" srcId="{FCE42D9B-E1E8-41A1-8711-119239BC7BC8}" destId="{93219EAB-3335-46E5-92BE-891CDBFBEB01}" srcOrd="0" destOrd="0" presId="urn:microsoft.com/office/officeart/2005/8/layout/vProcess5"/>
    <dgm:cxn modelId="{7D5ECBCB-4A0E-4844-930E-160C8979C050}" type="presParOf" srcId="{5C48ECBC-D7B3-4B66-8991-AF70EBFE4574}" destId="{87BB989F-EB69-4629-8A7B-9F26DC138D51}" srcOrd="0" destOrd="0" presId="urn:microsoft.com/office/officeart/2005/8/layout/vProcess5"/>
    <dgm:cxn modelId="{41472340-2A6D-48D7-9FD2-37D2CFAD0460}" type="presParOf" srcId="{5C48ECBC-D7B3-4B66-8991-AF70EBFE4574}" destId="{B2935FCB-A954-4022-945A-AAE73D2441FF}" srcOrd="1" destOrd="0" presId="urn:microsoft.com/office/officeart/2005/8/layout/vProcess5"/>
    <dgm:cxn modelId="{C4897B54-FF62-43DC-8449-CA03E028B961}" type="presParOf" srcId="{5C48ECBC-D7B3-4B66-8991-AF70EBFE4574}" destId="{001A6640-94B6-4CCB-8522-40BC15FD875E}" srcOrd="2" destOrd="0" presId="urn:microsoft.com/office/officeart/2005/8/layout/vProcess5"/>
    <dgm:cxn modelId="{2ACE62CC-ED47-40D3-B093-3BD14E51D64E}" type="presParOf" srcId="{5C48ECBC-D7B3-4B66-8991-AF70EBFE4574}" destId="{93219EAB-3335-46E5-92BE-891CDBFBEB01}" srcOrd="3" destOrd="0" presId="urn:microsoft.com/office/officeart/2005/8/layout/vProcess5"/>
    <dgm:cxn modelId="{24480CEC-F8E2-40D7-8A46-F95BFB190F9C}" type="presParOf" srcId="{5C48ECBC-D7B3-4B66-8991-AF70EBFE4574}" destId="{4F269F12-02B4-4218-91BD-4FD19A3E5398}" srcOrd="4" destOrd="0" presId="urn:microsoft.com/office/officeart/2005/8/layout/vProcess5"/>
    <dgm:cxn modelId="{E9848C9A-73B8-4C8C-98ED-1ABCC753946C}" type="presParOf" srcId="{5C48ECBC-D7B3-4B66-8991-AF70EBFE4574}" destId="{38057B0A-200D-41E8-B0F2-2A06A87BA1B1}" srcOrd="5" destOrd="0" presId="urn:microsoft.com/office/officeart/2005/8/layout/vProcess5"/>
    <dgm:cxn modelId="{7ED04334-B657-43C5-A60B-B5DC5556C776}" type="presParOf" srcId="{5C48ECBC-D7B3-4B66-8991-AF70EBFE4574}" destId="{C2EACF73-EB44-4A66-80C6-B4B189AD0D41}" srcOrd="6" destOrd="0" presId="urn:microsoft.com/office/officeart/2005/8/layout/vProcess5"/>
    <dgm:cxn modelId="{48732271-1AB0-4E4A-B617-A0EEB64D8F7F}" type="presParOf" srcId="{5C48ECBC-D7B3-4B66-8991-AF70EBFE4574}" destId="{02F0151C-F608-48AB-9761-10BB1CA47D76}" srcOrd="7" destOrd="0" presId="urn:microsoft.com/office/officeart/2005/8/layout/vProcess5"/>
    <dgm:cxn modelId="{599847DC-6061-401E-8165-719FE8E3AE92}" type="presParOf" srcId="{5C48ECBC-D7B3-4B66-8991-AF70EBFE4574}" destId="{1EBE5313-803B-4A14-8FFA-28F2B0E26A09}" srcOrd="8" destOrd="0" presId="urn:microsoft.com/office/officeart/2005/8/layout/vProcess5"/>
    <dgm:cxn modelId="{773F67E2-696D-426C-8068-08839F14B19F}" type="presParOf" srcId="{5C48ECBC-D7B3-4B66-8991-AF70EBFE4574}" destId="{034D1973-BB7C-4698-8C01-4D04A5236ED1}" srcOrd="9" destOrd="0" presId="urn:microsoft.com/office/officeart/2005/8/layout/vProcess5"/>
    <dgm:cxn modelId="{D4D96785-37B3-44DE-A950-B06D605FCF78}" type="presParOf" srcId="{5C48ECBC-D7B3-4B66-8991-AF70EBFE4574}" destId="{A8FAE86D-444B-47CA-BCE6-B4FE201C06FD}" srcOrd="10" destOrd="0" presId="urn:microsoft.com/office/officeart/2005/8/layout/vProcess5"/>
    <dgm:cxn modelId="{94308599-145E-4BE1-AE09-D0B8DBE3176B}" type="presParOf" srcId="{5C48ECBC-D7B3-4B66-8991-AF70EBFE4574}" destId="{9E7E34E6-204E-4F21-B6F1-0A599FCC91D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FB0D1F-F5D4-44BE-B948-53184438279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058CD7A-D4D9-4BD4-9466-B2A37E99F85E}">
      <dgm:prSet/>
      <dgm:spPr/>
      <dgm:t>
        <a:bodyPr/>
        <a:lstStyle/>
        <a:p>
          <a:pPr>
            <a:defRPr cap="all"/>
          </a:pPr>
          <a:r>
            <a:rPr lang="en-US" b="0" i="0"/>
            <a:t>Un método es un bloque de código reutilizable.</a:t>
          </a:r>
          <a:endParaRPr lang="en-US"/>
        </a:p>
      </dgm:t>
    </dgm:pt>
    <dgm:pt modelId="{7CA32E12-F926-4BAF-83DF-51DC8379C2E8}" type="parTrans" cxnId="{14DD0B3F-6F79-4496-850C-625A4D6417A8}">
      <dgm:prSet/>
      <dgm:spPr/>
      <dgm:t>
        <a:bodyPr/>
        <a:lstStyle/>
        <a:p>
          <a:endParaRPr lang="en-US"/>
        </a:p>
      </dgm:t>
    </dgm:pt>
    <dgm:pt modelId="{F263D29B-E6F6-493F-B552-7FB8F934BB95}" type="sibTrans" cxnId="{14DD0B3F-6F79-4496-850C-625A4D6417A8}">
      <dgm:prSet/>
      <dgm:spPr/>
      <dgm:t>
        <a:bodyPr/>
        <a:lstStyle/>
        <a:p>
          <a:endParaRPr lang="en-US"/>
        </a:p>
      </dgm:t>
    </dgm:pt>
    <dgm:pt modelId="{40F2FB4E-AA05-4A28-A9E8-5B6B08584414}">
      <dgm:prSet/>
      <dgm:spPr/>
      <dgm:t>
        <a:bodyPr/>
        <a:lstStyle/>
        <a:p>
          <a:pPr>
            <a:defRPr cap="all"/>
          </a:pPr>
          <a:r>
            <a:rPr lang="en-US" b="0" i="0"/>
            <a:t>void: no retorna valor.</a:t>
          </a:r>
          <a:endParaRPr lang="en-US"/>
        </a:p>
      </dgm:t>
    </dgm:pt>
    <dgm:pt modelId="{FE089B8D-0B3D-43CF-9145-3F3689D5B2D4}" type="parTrans" cxnId="{C9ABF5FF-DA40-4D71-94D0-0E9EAA236334}">
      <dgm:prSet/>
      <dgm:spPr/>
      <dgm:t>
        <a:bodyPr/>
        <a:lstStyle/>
        <a:p>
          <a:endParaRPr lang="en-US"/>
        </a:p>
      </dgm:t>
    </dgm:pt>
    <dgm:pt modelId="{171119DC-6AB5-4E5B-A165-D4703C9EC51B}" type="sibTrans" cxnId="{C9ABF5FF-DA40-4D71-94D0-0E9EAA236334}">
      <dgm:prSet/>
      <dgm:spPr/>
      <dgm:t>
        <a:bodyPr/>
        <a:lstStyle/>
        <a:p>
          <a:endParaRPr lang="en-US"/>
        </a:p>
      </dgm:t>
    </dgm:pt>
    <dgm:pt modelId="{8024ABC2-6AF4-48DD-A6DD-D377E27C4B6F}">
      <dgm:prSet/>
      <dgm:spPr/>
      <dgm:t>
        <a:bodyPr/>
        <a:lstStyle/>
        <a:p>
          <a:pPr>
            <a:defRPr cap="all"/>
          </a:pPr>
          <a:r>
            <a:rPr lang="en-US" b="0" i="0"/>
            <a:t>Con retorno: devuelve un dato (int, String, etc).</a:t>
          </a:r>
          <a:endParaRPr lang="en-US"/>
        </a:p>
      </dgm:t>
    </dgm:pt>
    <dgm:pt modelId="{BF38CAEF-3D02-43F9-803C-B41B97D3EC68}" type="parTrans" cxnId="{70D61759-CE2D-48A9-8715-E08ECAF518C3}">
      <dgm:prSet/>
      <dgm:spPr/>
      <dgm:t>
        <a:bodyPr/>
        <a:lstStyle/>
        <a:p>
          <a:endParaRPr lang="en-US"/>
        </a:p>
      </dgm:t>
    </dgm:pt>
    <dgm:pt modelId="{5845AD0A-C699-4868-9241-A04F70ED70CB}" type="sibTrans" cxnId="{70D61759-CE2D-48A9-8715-E08ECAF518C3}">
      <dgm:prSet/>
      <dgm:spPr/>
      <dgm:t>
        <a:bodyPr/>
        <a:lstStyle/>
        <a:p>
          <a:endParaRPr lang="en-US"/>
        </a:p>
      </dgm:t>
    </dgm:pt>
    <dgm:pt modelId="{EB6616E5-7A9C-46F9-A54A-E03F74F7311B}" type="pres">
      <dgm:prSet presAssocID="{41FB0D1F-F5D4-44BE-B948-531844382790}" presName="root" presStyleCnt="0">
        <dgm:presLayoutVars>
          <dgm:dir/>
          <dgm:resizeHandles val="exact"/>
        </dgm:presLayoutVars>
      </dgm:prSet>
      <dgm:spPr/>
    </dgm:pt>
    <dgm:pt modelId="{06261262-E19C-4AD7-A193-501ECE5A762A}" type="pres">
      <dgm:prSet presAssocID="{8058CD7A-D4D9-4BD4-9466-B2A37E99F85E}" presName="compNode" presStyleCnt="0"/>
      <dgm:spPr/>
    </dgm:pt>
    <dgm:pt modelId="{C828FABF-3501-4063-9CDF-D9DD81AF735B}" type="pres">
      <dgm:prSet presAssocID="{8058CD7A-D4D9-4BD4-9466-B2A37E99F85E}" presName="iconBgRect" presStyleLbl="bgShp" presStyleIdx="0" presStyleCnt="3"/>
      <dgm:spPr/>
    </dgm:pt>
    <dgm:pt modelId="{F7F4334B-1240-430A-BB19-A30010B9ACAD}" type="pres">
      <dgm:prSet presAssocID="{8058CD7A-D4D9-4BD4-9466-B2A37E99F8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516A0023-6104-4297-ABA0-531E37EA9A2B}" type="pres">
      <dgm:prSet presAssocID="{8058CD7A-D4D9-4BD4-9466-B2A37E99F85E}" presName="spaceRect" presStyleCnt="0"/>
      <dgm:spPr/>
    </dgm:pt>
    <dgm:pt modelId="{9E3569AE-D8CA-458A-B59A-E5BE6444CF13}" type="pres">
      <dgm:prSet presAssocID="{8058CD7A-D4D9-4BD4-9466-B2A37E99F85E}" presName="textRect" presStyleLbl="revTx" presStyleIdx="0" presStyleCnt="3">
        <dgm:presLayoutVars>
          <dgm:chMax val="1"/>
          <dgm:chPref val="1"/>
        </dgm:presLayoutVars>
      </dgm:prSet>
      <dgm:spPr/>
    </dgm:pt>
    <dgm:pt modelId="{5D0779C8-5160-49C2-99BB-8A92BCC237E5}" type="pres">
      <dgm:prSet presAssocID="{F263D29B-E6F6-493F-B552-7FB8F934BB95}" presName="sibTrans" presStyleCnt="0"/>
      <dgm:spPr/>
    </dgm:pt>
    <dgm:pt modelId="{0CD19B1E-9015-4DD5-A5BD-2FC539E88A47}" type="pres">
      <dgm:prSet presAssocID="{40F2FB4E-AA05-4A28-A9E8-5B6B08584414}" presName="compNode" presStyleCnt="0"/>
      <dgm:spPr/>
    </dgm:pt>
    <dgm:pt modelId="{7D981657-5C5D-452A-A6FB-9578E73D4F38}" type="pres">
      <dgm:prSet presAssocID="{40F2FB4E-AA05-4A28-A9E8-5B6B08584414}" presName="iconBgRect" presStyleLbl="bgShp" presStyleIdx="1" presStyleCnt="3"/>
      <dgm:spPr/>
    </dgm:pt>
    <dgm:pt modelId="{045D2ED5-2EF4-47EC-8F51-2EF7BD1D6864}" type="pres">
      <dgm:prSet presAssocID="{40F2FB4E-AA05-4A28-A9E8-5B6B0858441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da"/>
        </a:ext>
      </dgm:extLst>
    </dgm:pt>
    <dgm:pt modelId="{095643CF-11B4-4EAC-B86E-9F4FAC4D9DB2}" type="pres">
      <dgm:prSet presAssocID="{40F2FB4E-AA05-4A28-A9E8-5B6B08584414}" presName="spaceRect" presStyleCnt="0"/>
      <dgm:spPr/>
    </dgm:pt>
    <dgm:pt modelId="{5FEBB979-7134-4D09-B5C2-6394A67E843F}" type="pres">
      <dgm:prSet presAssocID="{40F2FB4E-AA05-4A28-A9E8-5B6B08584414}" presName="textRect" presStyleLbl="revTx" presStyleIdx="1" presStyleCnt="3">
        <dgm:presLayoutVars>
          <dgm:chMax val="1"/>
          <dgm:chPref val="1"/>
        </dgm:presLayoutVars>
      </dgm:prSet>
      <dgm:spPr/>
    </dgm:pt>
    <dgm:pt modelId="{27B49153-C7C4-4578-8F50-D87115581641}" type="pres">
      <dgm:prSet presAssocID="{171119DC-6AB5-4E5B-A165-D4703C9EC51B}" presName="sibTrans" presStyleCnt="0"/>
      <dgm:spPr/>
    </dgm:pt>
    <dgm:pt modelId="{6A8684AE-24BB-4E39-B432-30DFF3E4A31B}" type="pres">
      <dgm:prSet presAssocID="{8024ABC2-6AF4-48DD-A6DD-D377E27C4B6F}" presName="compNode" presStyleCnt="0"/>
      <dgm:spPr/>
    </dgm:pt>
    <dgm:pt modelId="{D1F65084-F0C3-4E79-8F8B-FEDBD6FE1221}" type="pres">
      <dgm:prSet presAssocID="{8024ABC2-6AF4-48DD-A6DD-D377E27C4B6F}" presName="iconBgRect" presStyleLbl="bgShp" presStyleIdx="2" presStyleCnt="3"/>
      <dgm:spPr/>
    </dgm:pt>
    <dgm:pt modelId="{1A6AA9E2-732D-4A22-834D-7FC5578ECEF9}" type="pres">
      <dgm:prSet presAssocID="{8024ABC2-6AF4-48DD-A6DD-D377E27C4B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4C16B019-8044-4DC5-A064-CC0383E4C1B6}" type="pres">
      <dgm:prSet presAssocID="{8024ABC2-6AF4-48DD-A6DD-D377E27C4B6F}" presName="spaceRect" presStyleCnt="0"/>
      <dgm:spPr/>
    </dgm:pt>
    <dgm:pt modelId="{13F7A2C6-42ED-41AD-84F4-D9D4E398F6A1}" type="pres">
      <dgm:prSet presAssocID="{8024ABC2-6AF4-48DD-A6DD-D377E27C4B6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CBC362A-B3EF-4E8A-83E8-524D68F1EF55}" type="presOf" srcId="{40F2FB4E-AA05-4A28-A9E8-5B6B08584414}" destId="{5FEBB979-7134-4D09-B5C2-6394A67E843F}" srcOrd="0" destOrd="0" presId="urn:microsoft.com/office/officeart/2018/5/layout/IconCircleLabelList"/>
    <dgm:cxn modelId="{E779E12D-1EC7-4C8A-9187-96FAE399D334}" type="presOf" srcId="{41FB0D1F-F5D4-44BE-B948-531844382790}" destId="{EB6616E5-7A9C-46F9-A54A-E03F74F7311B}" srcOrd="0" destOrd="0" presId="urn:microsoft.com/office/officeart/2018/5/layout/IconCircleLabelList"/>
    <dgm:cxn modelId="{14DD0B3F-6F79-4496-850C-625A4D6417A8}" srcId="{41FB0D1F-F5D4-44BE-B948-531844382790}" destId="{8058CD7A-D4D9-4BD4-9466-B2A37E99F85E}" srcOrd="0" destOrd="0" parTransId="{7CA32E12-F926-4BAF-83DF-51DC8379C2E8}" sibTransId="{F263D29B-E6F6-493F-B552-7FB8F934BB95}"/>
    <dgm:cxn modelId="{F05EAE74-1F2D-439A-82FF-E41464B50ADD}" type="presOf" srcId="{8024ABC2-6AF4-48DD-A6DD-D377E27C4B6F}" destId="{13F7A2C6-42ED-41AD-84F4-D9D4E398F6A1}" srcOrd="0" destOrd="0" presId="urn:microsoft.com/office/officeart/2018/5/layout/IconCircleLabelList"/>
    <dgm:cxn modelId="{FA07A656-AE91-4891-8BF6-E706389B1FD9}" type="presOf" srcId="{8058CD7A-D4D9-4BD4-9466-B2A37E99F85E}" destId="{9E3569AE-D8CA-458A-B59A-E5BE6444CF13}" srcOrd="0" destOrd="0" presId="urn:microsoft.com/office/officeart/2018/5/layout/IconCircleLabelList"/>
    <dgm:cxn modelId="{70D61759-CE2D-48A9-8715-E08ECAF518C3}" srcId="{41FB0D1F-F5D4-44BE-B948-531844382790}" destId="{8024ABC2-6AF4-48DD-A6DD-D377E27C4B6F}" srcOrd="2" destOrd="0" parTransId="{BF38CAEF-3D02-43F9-803C-B41B97D3EC68}" sibTransId="{5845AD0A-C699-4868-9241-A04F70ED70CB}"/>
    <dgm:cxn modelId="{C9ABF5FF-DA40-4D71-94D0-0E9EAA236334}" srcId="{41FB0D1F-F5D4-44BE-B948-531844382790}" destId="{40F2FB4E-AA05-4A28-A9E8-5B6B08584414}" srcOrd="1" destOrd="0" parTransId="{FE089B8D-0B3D-43CF-9145-3F3689D5B2D4}" sibTransId="{171119DC-6AB5-4E5B-A165-D4703C9EC51B}"/>
    <dgm:cxn modelId="{CA727355-7E1E-40D6-97FE-A8D2EB60223A}" type="presParOf" srcId="{EB6616E5-7A9C-46F9-A54A-E03F74F7311B}" destId="{06261262-E19C-4AD7-A193-501ECE5A762A}" srcOrd="0" destOrd="0" presId="urn:microsoft.com/office/officeart/2018/5/layout/IconCircleLabelList"/>
    <dgm:cxn modelId="{3D9BC770-CC50-4460-A12D-282B7504CEA9}" type="presParOf" srcId="{06261262-E19C-4AD7-A193-501ECE5A762A}" destId="{C828FABF-3501-4063-9CDF-D9DD81AF735B}" srcOrd="0" destOrd="0" presId="urn:microsoft.com/office/officeart/2018/5/layout/IconCircleLabelList"/>
    <dgm:cxn modelId="{13B3DE57-FE1B-4F85-8DDE-7F85FD48AF4F}" type="presParOf" srcId="{06261262-E19C-4AD7-A193-501ECE5A762A}" destId="{F7F4334B-1240-430A-BB19-A30010B9ACAD}" srcOrd="1" destOrd="0" presId="urn:microsoft.com/office/officeart/2018/5/layout/IconCircleLabelList"/>
    <dgm:cxn modelId="{843F730D-994D-4DD7-A39F-B5352C6C9E77}" type="presParOf" srcId="{06261262-E19C-4AD7-A193-501ECE5A762A}" destId="{516A0023-6104-4297-ABA0-531E37EA9A2B}" srcOrd="2" destOrd="0" presId="urn:microsoft.com/office/officeart/2018/5/layout/IconCircleLabelList"/>
    <dgm:cxn modelId="{D98AB811-AC38-4630-A842-213B1604CB48}" type="presParOf" srcId="{06261262-E19C-4AD7-A193-501ECE5A762A}" destId="{9E3569AE-D8CA-458A-B59A-E5BE6444CF13}" srcOrd="3" destOrd="0" presId="urn:microsoft.com/office/officeart/2018/5/layout/IconCircleLabelList"/>
    <dgm:cxn modelId="{C51EA8AA-B5E2-4DCC-83C4-4498DF3C36DF}" type="presParOf" srcId="{EB6616E5-7A9C-46F9-A54A-E03F74F7311B}" destId="{5D0779C8-5160-49C2-99BB-8A92BCC237E5}" srcOrd="1" destOrd="0" presId="urn:microsoft.com/office/officeart/2018/5/layout/IconCircleLabelList"/>
    <dgm:cxn modelId="{1C14C799-5F7F-4A8D-9B25-FD228B308183}" type="presParOf" srcId="{EB6616E5-7A9C-46F9-A54A-E03F74F7311B}" destId="{0CD19B1E-9015-4DD5-A5BD-2FC539E88A47}" srcOrd="2" destOrd="0" presId="urn:microsoft.com/office/officeart/2018/5/layout/IconCircleLabelList"/>
    <dgm:cxn modelId="{322ADDF0-3B4D-4596-A5E2-0DA27732EE5A}" type="presParOf" srcId="{0CD19B1E-9015-4DD5-A5BD-2FC539E88A47}" destId="{7D981657-5C5D-452A-A6FB-9578E73D4F38}" srcOrd="0" destOrd="0" presId="urn:microsoft.com/office/officeart/2018/5/layout/IconCircleLabelList"/>
    <dgm:cxn modelId="{F5CA3F1B-CBD9-4446-A195-60F8F412E16C}" type="presParOf" srcId="{0CD19B1E-9015-4DD5-A5BD-2FC539E88A47}" destId="{045D2ED5-2EF4-47EC-8F51-2EF7BD1D6864}" srcOrd="1" destOrd="0" presId="urn:microsoft.com/office/officeart/2018/5/layout/IconCircleLabelList"/>
    <dgm:cxn modelId="{37A51702-D508-49E0-A3B4-C9EF41D1C922}" type="presParOf" srcId="{0CD19B1E-9015-4DD5-A5BD-2FC539E88A47}" destId="{095643CF-11B4-4EAC-B86E-9F4FAC4D9DB2}" srcOrd="2" destOrd="0" presId="urn:microsoft.com/office/officeart/2018/5/layout/IconCircleLabelList"/>
    <dgm:cxn modelId="{8FF8D3B4-C228-4506-964C-013E57A7AFDB}" type="presParOf" srcId="{0CD19B1E-9015-4DD5-A5BD-2FC539E88A47}" destId="{5FEBB979-7134-4D09-B5C2-6394A67E843F}" srcOrd="3" destOrd="0" presId="urn:microsoft.com/office/officeart/2018/5/layout/IconCircleLabelList"/>
    <dgm:cxn modelId="{C9C4CCB2-4769-4B43-A095-DD205215B4B3}" type="presParOf" srcId="{EB6616E5-7A9C-46F9-A54A-E03F74F7311B}" destId="{27B49153-C7C4-4578-8F50-D87115581641}" srcOrd="3" destOrd="0" presId="urn:microsoft.com/office/officeart/2018/5/layout/IconCircleLabelList"/>
    <dgm:cxn modelId="{6F1BA697-FCB3-4C7F-9413-6FB8D30CBDBC}" type="presParOf" srcId="{EB6616E5-7A9C-46F9-A54A-E03F74F7311B}" destId="{6A8684AE-24BB-4E39-B432-30DFF3E4A31B}" srcOrd="4" destOrd="0" presId="urn:microsoft.com/office/officeart/2018/5/layout/IconCircleLabelList"/>
    <dgm:cxn modelId="{BFE9FFFD-A855-4ECC-91F4-09392DFEC897}" type="presParOf" srcId="{6A8684AE-24BB-4E39-B432-30DFF3E4A31B}" destId="{D1F65084-F0C3-4E79-8F8B-FEDBD6FE1221}" srcOrd="0" destOrd="0" presId="urn:microsoft.com/office/officeart/2018/5/layout/IconCircleLabelList"/>
    <dgm:cxn modelId="{45B77D29-B8A0-4A33-A7AE-144E25FAB99A}" type="presParOf" srcId="{6A8684AE-24BB-4E39-B432-30DFF3E4A31B}" destId="{1A6AA9E2-732D-4A22-834D-7FC5578ECEF9}" srcOrd="1" destOrd="0" presId="urn:microsoft.com/office/officeart/2018/5/layout/IconCircleLabelList"/>
    <dgm:cxn modelId="{F076120D-5FBD-42E6-820C-F9DAD6D234A4}" type="presParOf" srcId="{6A8684AE-24BB-4E39-B432-30DFF3E4A31B}" destId="{4C16B019-8044-4DC5-A064-CC0383E4C1B6}" srcOrd="2" destOrd="0" presId="urn:microsoft.com/office/officeart/2018/5/layout/IconCircleLabelList"/>
    <dgm:cxn modelId="{D945115C-4FD2-403F-A285-407B3591F21D}" type="presParOf" srcId="{6A8684AE-24BB-4E39-B432-30DFF3E4A31B}" destId="{13F7A2C6-42ED-41AD-84F4-D9D4E398F6A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892D24-8D81-4A03-BB9C-FE201BDA1A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7BC958-347D-4D6E-B37E-ACAA33C40AAF}">
      <dgm:prSet/>
      <dgm:spPr/>
      <dgm:t>
        <a:bodyPr/>
        <a:lstStyle/>
        <a:p>
          <a:r>
            <a:rPr lang="en-US" b="0" i="0"/>
            <a:t>Java usa paso por valor.</a:t>
          </a:r>
          <a:endParaRPr lang="en-US"/>
        </a:p>
      </dgm:t>
    </dgm:pt>
    <dgm:pt modelId="{AEA03961-197C-47F2-9B61-0B4E8178DECF}" type="parTrans" cxnId="{16C19555-2A34-489C-BC63-860B11AFE8C5}">
      <dgm:prSet/>
      <dgm:spPr/>
      <dgm:t>
        <a:bodyPr/>
        <a:lstStyle/>
        <a:p>
          <a:endParaRPr lang="en-US"/>
        </a:p>
      </dgm:t>
    </dgm:pt>
    <dgm:pt modelId="{D903FE88-F05D-418C-8CFC-4C8AA5AE63EA}" type="sibTrans" cxnId="{16C19555-2A34-489C-BC63-860B11AFE8C5}">
      <dgm:prSet/>
      <dgm:spPr/>
      <dgm:t>
        <a:bodyPr/>
        <a:lstStyle/>
        <a:p>
          <a:endParaRPr lang="en-US"/>
        </a:p>
      </dgm:t>
    </dgm:pt>
    <dgm:pt modelId="{8CBF0769-9B21-4D18-867F-5385FC49CA68}">
      <dgm:prSet/>
      <dgm:spPr/>
      <dgm:t>
        <a:bodyPr/>
        <a:lstStyle/>
        <a:p>
          <a:r>
            <a:rPr lang="en-US" b="0" i="0"/>
            <a:t>Se copia el valor de la variable.</a:t>
          </a:r>
          <a:endParaRPr lang="en-US"/>
        </a:p>
      </dgm:t>
    </dgm:pt>
    <dgm:pt modelId="{CA1C0A08-37B0-4126-A08C-270B33443A80}" type="parTrans" cxnId="{587334F3-1C18-4A34-886A-EA29AE0F7EAB}">
      <dgm:prSet/>
      <dgm:spPr/>
      <dgm:t>
        <a:bodyPr/>
        <a:lstStyle/>
        <a:p>
          <a:endParaRPr lang="en-US"/>
        </a:p>
      </dgm:t>
    </dgm:pt>
    <dgm:pt modelId="{9799E0A4-EFF8-4851-9222-2A4280A8FED8}" type="sibTrans" cxnId="{587334F3-1C18-4A34-886A-EA29AE0F7EAB}">
      <dgm:prSet/>
      <dgm:spPr/>
      <dgm:t>
        <a:bodyPr/>
        <a:lstStyle/>
        <a:p>
          <a:endParaRPr lang="en-US"/>
        </a:p>
      </dgm:t>
    </dgm:pt>
    <dgm:pt modelId="{C96E2BE5-9EEE-43B7-80F3-67657338E089}">
      <dgm:prSet/>
      <dgm:spPr/>
      <dgm:t>
        <a:bodyPr/>
        <a:lstStyle/>
        <a:p>
          <a:r>
            <a:rPr lang="en-US" b="0" i="0"/>
            <a:t>En arreglos: se pasa la referencia, pero sigue siendo copia del valor.</a:t>
          </a:r>
          <a:endParaRPr lang="en-US"/>
        </a:p>
      </dgm:t>
    </dgm:pt>
    <dgm:pt modelId="{BA50508B-1EFE-4B95-B163-01AB73407A5A}" type="parTrans" cxnId="{C2BBD097-5C50-48AA-8A18-37DE3FF48F4A}">
      <dgm:prSet/>
      <dgm:spPr/>
      <dgm:t>
        <a:bodyPr/>
        <a:lstStyle/>
        <a:p>
          <a:endParaRPr lang="en-US"/>
        </a:p>
      </dgm:t>
    </dgm:pt>
    <dgm:pt modelId="{5B29DB00-D571-47F1-A762-5AE5660BF4C8}" type="sibTrans" cxnId="{C2BBD097-5C50-48AA-8A18-37DE3FF48F4A}">
      <dgm:prSet/>
      <dgm:spPr/>
      <dgm:t>
        <a:bodyPr/>
        <a:lstStyle/>
        <a:p>
          <a:endParaRPr lang="en-US"/>
        </a:p>
      </dgm:t>
    </dgm:pt>
    <dgm:pt modelId="{5DA4A28A-E7E8-4FC5-A3B5-598BDDF32779}" type="pres">
      <dgm:prSet presAssocID="{D9892D24-8D81-4A03-BB9C-FE201BDA1A5D}" presName="root" presStyleCnt="0">
        <dgm:presLayoutVars>
          <dgm:dir/>
          <dgm:resizeHandles val="exact"/>
        </dgm:presLayoutVars>
      </dgm:prSet>
      <dgm:spPr/>
    </dgm:pt>
    <dgm:pt modelId="{75879A02-A3AD-4FC1-8C9F-80A192683AE5}" type="pres">
      <dgm:prSet presAssocID="{637BC958-347D-4D6E-B37E-ACAA33C40AAF}" presName="compNode" presStyleCnt="0"/>
      <dgm:spPr/>
    </dgm:pt>
    <dgm:pt modelId="{54A44C3C-37CC-4606-9BB1-BFB5BC6D3A68}" type="pres">
      <dgm:prSet presAssocID="{637BC958-347D-4D6E-B37E-ACAA33C40AAF}" presName="bgRect" presStyleLbl="bgShp" presStyleIdx="0" presStyleCnt="3"/>
      <dgm:spPr/>
    </dgm:pt>
    <dgm:pt modelId="{A7E3E8F5-8A4D-492B-85BC-11ECE382A59A}" type="pres">
      <dgm:prSet presAssocID="{637BC958-347D-4D6E-B37E-ACAA33C40AA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s artificiales"/>
        </a:ext>
      </dgm:extLst>
    </dgm:pt>
    <dgm:pt modelId="{FB284FCF-16C8-49D1-94B9-5E8D4EA2047D}" type="pres">
      <dgm:prSet presAssocID="{637BC958-347D-4D6E-B37E-ACAA33C40AAF}" presName="spaceRect" presStyleCnt="0"/>
      <dgm:spPr/>
    </dgm:pt>
    <dgm:pt modelId="{42F28F6D-A4D5-4E25-A72F-F1FF32886063}" type="pres">
      <dgm:prSet presAssocID="{637BC958-347D-4D6E-B37E-ACAA33C40AAF}" presName="parTx" presStyleLbl="revTx" presStyleIdx="0" presStyleCnt="3">
        <dgm:presLayoutVars>
          <dgm:chMax val="0"/>
          <dgm:chPref val="0"/>
        </dgm:presLayoutVars>
      </dgm:prSet>
      <dgm:spPr/>
    </dgm:pt>
    <dgm:pt modelId="{333FAD51-7A7A-484F-87C7-103781929155}" type="pres">
      <dgm:prSet presAssocID="{D903FE88-F05D-418C-8CFC-4C8AA5AE63EA}" presName="sibTrans" presStyleCnt="0"/>
      <dgm:spPr/>
    </dgm:pt>
    <dgm:pt modelId="{FC8CFC0C-1E3E-42DA-9035-5AEAFC113E85}" type="pres">
      <dgm:prSet presAssocID="{8CBF0769-9B21-4D18-867F-5385FC49CA68}" presName="compNode" presStyleCnt="0"/>
      <dgm:spPr/>
    </dgm:pt>
    <dgm:pt modelId="{560E1EF4-85D0-486D-B6E1-135F507176C2}" type="pres">
      <dgm:prSet presAssocID="{8CBF0769-9B21-4D18-867F-5385FC49CA68}" presName="bgRect" presStyleLbl="bgShp" presStyleIdx="1" presStyleCnt="3"/>
      <dgm:spPr/>
    </dgm:pt>
    <dgm:pt modelId="{C586B9E1-A7C5-4C06-89B7-7D7B61895B8F}" type="pres">
      <dgm:prSet presAssocID="{8CBF0769-9B21-4D18-867F-5385FC49CA6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A21AA174-AF0E-4B1C-AD30-EEF1D11498C1}" type="pres">
      <dgm:prSet presAssocID="{8CBF0769-9B21-4D18-867F-5385FC49CA68}" presName="spaceRect" presStyleCnt="0"/>
      <dgm:spPr/>
    </dgm:pt>
    <dgm:pt modelId="{AB8DC7A7-CA2C-4924-A30C-2FE81150B62B}" type="pres">
      <dgm:prSet presAssocID="{8CBF0769-9B21-4D18-867F-5385FC49CA68}" presName="parTx" presStyleLbl="revTx" presStyleIdx="1" presStyleCnt="3">
        <dgm:presLayoutVars>
          <dgm:chMax val="0"/>
          <dgm:chPref val="0"/>
        </dgm:presLayoutVars>
      </dgm:prSet>
      <dgm:spPr/>
    </dgm:pt>
    <dgm:pt modelId="{8A5B4196-5A02-4C45-97DD-09BD06D73274}" type="pres">
      <dgm:prSet presAssocID="{9799E0A4-EFF8-4851-9222-2A4280A8FED8}" presName="sibTrans" presStyleCnt="0"/>
      <dgm:spPr/>
    </dgm:pt>
    <dgm:pt modelId="{A52E200F-10BC-4D7C-A842-69504B76B5A3}" type="pres">
      <dgm:prSet presAssocID="{C96E2BE5-9EEE-43B7-80F3-67657338E089}" presName="compNode" presStyleCnt="0"/>
      <dgm:spPr/>
    </dgm:pt>
    <dgm:pt modelId="{F4C7FCB0-FFBF-4747-A08D-46CBAE2AA94B}" type="pres">
      <dgm:prSet presAssocID="{C96E2BE5-9EEE-43B7-80F3-67657338E089}" presName="bgRect" presStyleLbl="bgShp" presStyleIdx="2" presStyleCnt="3"/>
      <dgm:spPr/>
    </dgm:pt>
    <dgm:pt modelId="{58CA8D24-8356-442A-A5AE-B37F2AEEDCFF}" type="pres">
      <dgm:prSet presAssocID="{C96E2BE5-9EEE-43B7-80F3-67657338E08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6ADB696-7362-4672-B999-749484C410D8}" type="pres">
      <dgm:prSet presAssocID="{C96E2BE5-9EEE-43B7-80F3-67657338E089}" presName="spaceRect" presStyleCnt="0"/>
      <dgm:spPr/>
    </dgm:pt>
    <dgm:pt modelId="{A358027E-C442-41A7-8427-3F66F2CB5BDA}" type="pres">
      <dgm:prSet presAssocID="{C96E2BE5-9EEE-43B7-80F3-67657338E0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79AC16-3997-414C-ACD7-082AF7910F2D}" type="presOf" srcId="{D9892D24-8D81-4A03-BB9C-FE201BDA1A5D}" destId="{5DA4A28A-E7E8-4FC5-A3B5-598BDDF32779}" srcOrd="0" destOrd="0" presId="urn:microsoft.com/office/officeart/2018/2/layout/IconVerticalSolidList"/>
    <dgm:cxn modelId="{5FE0A341-0EBB-4CD7-B033-74B83F73B492}" type="presOf" srcId="{637BC958-347D-4D6E-B37E-ACAA33C40AAF}" destId="{42F28F6D-A4D5-4E25-A72F-F1FF32886063}" srcOrd="0" destOrd="0" presId="urn:microsoft.com/office/officeart/2018/2/layout/IconVerticalSolidList"/>
    <dgm:cxn modelId="{14ACC969-C5B8-486D-82C2-17F276E50DA6}" type="presOf" srcId="{C96E2BE5-9EEE-43B7-80F3-67657338E089}" destId="{A358027E-C442-41A7-8427-3F66F2CB5BDA}" srcOrd="0" destOrd="0" presId="urn:microsoft.com/office/officeart/2018/2/layout/IconVerticalSolidList"/>
    <dgm:cxn modelId="{16C19555-2A34-489C-BC63-860B11AFE8C5}" srcId="{D9892D24-8D81-4A03-BB9C-FE201BDA1A5D}" destId="{637BC958-347D-4D6E-B37E-ACAA33C40AAF}" srcOrd="0" destOrd="0" parTransId="{AEA03961-197C-47F2-9B61-0B4E8178DECF}" sibTransId="{D903FE88-F05D-418C-8CFC-4C8AA5AE63EA}"/>
    <dgm:cxn modelId="{C2BBD097-5C50-48AA-8A18-37DE3FF48F4A}" srcId="{D9892D24-8D81-4A03-BB9C-FE201BDA1A5D}" destId="{C96E2BE5-9EEE-43B7-80F3-67657338E089}" srcOrd="2" destOrd="0" parTransId="{BA50508B-1EFE-4B95-B163-01AB73407A5A}" sibTransId="{5B29DB00-D571-47F1-A762-5AE5660BF4C8}"/>
    <dgm:cxn modelId="{AF83559C-9DA8-4CA8-A143-D4BDFFBFDD97}" type="presOf" srcId="{8CBF0769-9B21-4D18-867F-5385FC49CA68}" destId="{AB8DC7A7-CA2C-4924-A30C-2FE81150B62B}" srcOrd="0" destOrd="0" presId="urn:microsoft.com/office/officeart/2018/2/layout/IconVerticalSolidList"/>
    <dgm:cxn modelId="{587334F3-1C18-4A34-886A-EA29AE0F7EAB}" srcId="{D9892D24-8D81-4A03-BB9C-FE201BDA1A5D}" destId="{8CBF0769-9B21-4D18-867F-5385FC49CA68}" srcOrd="1" destOrd="0" parTransId="{CA1C0A08-37B0-4126-A08C-270B33443A80}" sibTransId="{9799E0A4-EFF8-4851-9222-2A4280A8FED8}"/>
    <dgm:cxn modelId="{C68C7CF5-C3C6-4379-B7FE-21986C337958}" type="presParOf" srcId="{5DA4A28A-E7E8-4FC5-A3B5-598BDDF32779}" destId="{75879A02-A3AD-4FC1-8C9F-80A192683AE5}" srcOrd="0" destOrd="0" presId="urn:microsoft.com/office/officeart/2018/2/layout/IconVerticalSolidList"/>
    <dgm:cxn modelId="{23BDBFC7-31C3-4B0B-981E-A79FB2D1D55C}" type="presParOf" srcId="{75879A02-A3AD-4FC1-8C9F-80A192683AE5}" destId="{54A44C3C-37CC-4606-9BB1-BFB5BC6D3A68}" srcOrd="0" destOrd="0" presId="urn:microsoft.com/office/officeart/2018/2/layout/IconVerticalSolidList"/>
    <dgm:cxn modelId="{B0B27229-A661-4867-8B05-68FF2B965AA1}" type="presParOf" srcId="{75879A02-A3AD-4FC1-8C9F-80A192683AE5}" destId="{A7E3E8F5-8A4D-492B-85BC-11ECE382A59A}" srcOrd="1" destOrd="0" presId="urn:microsoft.com/office/officeart/2018/2/layout/IconVerticalSolidList"/>
    <dgm:cxn modelId="{AFA14B22-9C77-4CC3-A902-5AE92D55D023}" type="presParOf" srcId="{75879A02-A3AD-4FC1-8C9F-80A192683AE5}" destId="{FB284FCF-16C8-49D1-94B9-5E8D4EA2047D}" srcOrd="2" destOrd="0" presId="urn:microsoft.com/office/officeart/2018/2/layout/IconVerticalSolidList"/>
    <dgm:cxn modelId="{B32896E4-7D0F-401B-88B4-AEACEBB37B0C}" type="presParOf" srcId="{75879A02-A3AD-4FC1-8C9F-80A192683AE5}" destId="{42F28F6D-A4D5-4E25-A72F-F1FF32886063}" srcOrd="3" destOrd="0" presId="urn:microsoft.com/office/officeart/2018/2/layout/IconVerticalSolidList"/>
    <dgm:cxn modelId="{F135F8AB-2176-460B-A4D6-0BEAC1BAE01D}" type="presParOf" srcId="{5DA4A28A-E7E8-4FC5-A3B5-598BDDF32779}" destId="{333FAD51-7A7A-484F-87C7-103781929155}" srcOrd="1" destOrd="0" presId="urn:microsoft.com/office/officeart/2018/2/layout/IconVerticalSolidList"/>
    <dgm:cxn modelId="{E2A8A03C-BA34-4511-9D2A-DC102A8E56B2}" type="presParOf" srcId="{5DA4A28A-E7E8-4FC5-A3B5-598BDDF32779}" destId="{FC8CFC0C-1E3E-42DA-9035-5AEAFC113E85}" srcOrd="2" destOrd="0" presId="urn:microsoft.com/office/officeart/2018/2/layout/IconVerticalSolidList"/>
    <dgm:cxn modelId="{0BB4FDF2-CD95-4976-8514-A08386BAA957}" type="presParOf" srcId="{FC8CFC0C-1E3E-42DA-9035-5AEAFC113E85}" destId="{560E1EF4-85D0-486D-B6E1-135F507176C2}" srcOrd="0" destOrd="0" presId="urn:microsoft.com/office/officeart/2018/2/layout/IconVerticalSolidList"/>
    <dgm:cxn modelId="{A1CA394A-8D26-47D6-8A20-90FB9D0CE330}" type="presParOf" srcId="{FC8CFC0C-1E3E-42DA-9035-5AEAFC113E85}" destId="{C586B9E1-A7C5-4C06-89B7-7D7B61895B8F}" srcOrd="1" destOrd="0" presId="urn:microsoft.com/office/officeart/2018/2/layout/IconVerticalSolidList"/>
    <dgm:cxn modelId="{5060AA55-3044-4FF7-8D0A-E13D9555471C}" type="presParOf" srcId="{FC8CFC0C-1E3E-42DA-9035-5AEAFC113E85}" destId="{A21AA174-AF0E-4B1C-AD30-EEF1D11498C1}" srcOrd="2" destOrd="0" presId="urn:microsoft.com/office/officeart/2018/2/layout/IconVerticalSolidList"/>
    <dgm:cxn modelId="{6A0F3400-5DE8-497C-9EA4-EC551567A05E}" type="presParOf" srcId="{FC8CFC0C-1E3E-42DA-9035-5AEAFC113E85}" destId="{AB8DC7A7-CA2C-4924-A30C-2FE81150B62B}" srcOrd="3" destOrd="0" presId="urn:microsoft.com/office/officeart/2018/2/layout/IconVerticalSolidList"/>
    <dgm:cxn modelId="{BE5D728F-D800-4150-B87D-EA247468D101}" type="presParOf" srcId="{5DA4A28A-E7E8-4FC5-A3B5-598BDDF32779}" destId="{8A5B4196-5A02-4C45-97DD-09BD06D73274}" srcOrd="3" destOrd="0" presId="urn:microsoft.com/office/officeart/2018/2/layout/IconVerticalSolidList"/>
    <dgm:cxn modelId="{6062FDF4-D7C6-4AE3-B6E1-82FABC7252C1}" type="presParOf" srcId="{5DA4A28A-E7E8-4FC5-A3B5-598BDDF32779}" destId="{A52E200F-10BC-4D7C-A842-69504B76B5A3}" srcOrd="4" destOrd="0" presId="urn:microsoft.com/office/officeart/2018/2/layout/IconVerticalSolidList"/>
    <dgm:cxn modelId="{65C38FAD-9A8A-485A-ACD1-D02A28A6A5E5}" type="presParOf" srcId="{A52E200F-10BC-4D7C-A842-69504B76B5A3}" destId="{F4C7FCB0-FFBF-4747-A08D-46CBAE2AA94B}" srcOrd="0" destOrd="0" presId="urn:microsoft.com/office/officeart/2018/2/layout/IconVerticalSolidList"/>
    <dgm:cxn modelId="{09A89CF1-558A-4CD5-8270-C337174F3CA9}" type="presParOf" srcId="{A52E200F-10BC-4D7C-A842-69504B76B5A3}" destId="{58CA8D24-8356-442A-A5AE-B37F2AEEDCFF}" srcOrd="1" destOrd="0" presId="urn:microsoft.com/office/officeart/2018/2/layout/IconVerticalSolidList"/>
    <dgm:cxn modelId="{5FF47934-C154-43A4-A3F9-C847E84210FE}" type="presParOf" srcId="{A52E200F-10BC-4D7C-A842-69504B76B5A3}" destId="{56ADB696-7362-4672-B999-749484C410D8}" srcOrd="2" destOrd="0" presId="urn:microsoft.com/office/officeart/2018/2/layout/IconVerticalSolidList"/>
    <dgm:cxn modelId="{BD02CD8A-449A-493D-87F4-983641C1D84A}" type="presParOf" srcId="{A52E200F-10BC-4D7C-A842-69504B76B5A3}" destId="{A358027E-C442-41A7-8427-3F66F2CB5B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A8C585-CD6F-49AA-8AA2-F3B88EB2A6C2}">
      <dsp:nvSpPr>
        <dsp:cNvPr id="0" name=""/>
        <dsp:cNvSpPr/>
      </dsp:nvSpPr>
      <dsp:spPr>
        <a:xfrm>
          <a:off x="0" y="1683"/>
          <a:ext cx="7053264" cy="8532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84987-516F-4B1B-B3D2-41FCB3952CD2}">
      <dsp:nvSpPr>
        <dsp:cNvPr id="0" name=""/>
        <dsp:cNvSpPr/>
      </dsp:nvSpPr>
      <dsp:spPr>
        <a:xfrm>
          <a:off x="258116" y="193670"/>
          <a:ext cx="469302" cy="469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821F0-F62B-4441-9D85-AA2133A71312}">
      <dsp:nvSpPr>
        <dsp:cNvPr id="0" name=""/>
        <dsp:cNvSpPr/>
      </dsp:nvSpPr>
      <dsp:spPr>
        <a:xfrm>
          <a:off x="985535" y="1683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Un String es una cadena de caracteres.</a:t>
          </a:r>
          <a:endParaRPr lang="en-US" sz="2200" kern="1200"/>
        </a:p>
      </dsp:txBody>
      <dsp:txXfrm>
        <a:off x="985535" y="1683"/>
        <a:ext cx="6067728" cy="853277"/>
      </dsp:txXfrm>
    </dsp:sp>
    <dsp:sp modelId="{E437F2A0-F45B-46AC-91C5-3CCEE6CFE8CF}">
      <dsp:nvSpPr>
        <dsp:cNvPr id="0" name=""/>
        <dsp:cNvSpPr/>
      </dsp:nvSpPr>
      <dsp:spPr>
        <a:xfrm>
          <a:off x="0" y="1068280"/>
          <a:ext cx="7053264" cy="8532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69855-5ECB-4685-AF34-9EBE025BD0F5}">
      <dsp:nvSpPr>
        <dsp:cNvPr id="0" name=""/>
        <dsp:cNvSpPr/>
      </dsp:nvSpPr>
      <dsp:spPr>
        <a:xfrm>
          <a:off x="258116" y="1260267"/>
          <a:ext cx="469302" cy="469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CE716-0898-407C-8C87-56BB4D11BAA2}">
      <dsp:nvSpPr>
        <dsp:cNvPr id="0" name=""/>
        <dsp:cNvSpPr/>
      </dsp:nvSpPr>
      <dsp:spPr>
        <a:xfrm>
          <a:off x="985535" y="1068280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Es un objeto (clase String).</a:t>
          </a:r>
          <a:endParaRPr lang="en-US" sz="2200" kern="1200"/>
        </a:p>
      </dsp:txBody>
      <dsp:txXfrm>
        <a:off x="985535" y="1068280"/>
        <a:ext cx="6067728" cy="853277"/>
      </dsp:txXfrm>
    </dsp:sp>
    <dsp:sp modelId="{46DC5628-BE16-4DB3-8A6D-C790880C0D41}">
      <dsp:nvSpPr>
        <dsp:cNvPr id="0" name=""/>
        <dsp:cNvSpPr/>
      </dsp:nvSpPr>
      <dsp:spPr>
        <a:xfrm>
          <a:off x="0" y="2134876"/>
          <a:ext cx="7053264" cy="8532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911CD-C80C-4195-82BB-CC47B309C167}">
      <dsp:nvSpPr>
        <dsp:cNvPr id="0" name=""/>
        <dsp:cNvSpPr/>
      </dsp:nvSpPr>
      <dsp:spPr>
        <a:xfrm>
          <a:off x="258116" y="2326864"/>
          <a:ext cx="469302" cy="469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D8749-8F5D-4C0B-AEF9-082B8F78A4CE}">
      <dsp:nvSpPr>
        <dsp:cNvPr id="0" name=""/>
        <dsp:cNvSpPr/>
      </dsp:nvSpPr>
      <dsp:spPr>
        <a:xfrm>
          <a:off x="985535" y="2134876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char[] es un arreglo de caracteres.</a:t>
          </a:r>
          <a:endParaRPr lang="en-US" sz="2200" kern="1200"/>
        </a:p>
      </dsp:txBody>
      <dsp:txXfrm>
        <a:off x="985535" y="2134876"/>
        <a:ext cx="6067728" cy="853277"/>
      </dsp:txXfrm>
    </dsp:sp>
    <dsp:sp modelId="{1881195B-DFC5-4C40-9353-DC4D8CA65F1B}">
      <dsp:nvSpPr>
        <dsp:cNvPr id="0" name=""/>
        <dsp:cNvSpPr/>
      </dsp:nvSpPr>
      <dsp:spPr>
        <a:xfrm>
          <a:off x="0" y="3201473"/>
          <a:ext cx="7053264" cy="8532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F3009-62A0-4FA4-9412-EC8F06908CBF}">
      <dsp:nvSpPr>
        <dsp:cNvPr id="0" name=""/>
        <dsp:cNvSpPr/>
      </dsp:nvSpPr>
      <dsp:spPr>
        <a:xfrm>
          <a:off x="258116" y="3393460"/>
          <a:ext cx="469302" cy="469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0B6C2-9480-4550-8516-8783B2A061D6}">
      <dsp:nvSpPr>
        <dsp:cNvPr id="0" name=""/>
        <dsp:cNvSpPr/>
      </dsp:nvSpPr>
      <dsp:spPr>
        <a:xfrm>
          <a:off x="985535" y="3201473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Diferencia: String es inmutable, char[] es modificable.</a:t>
          </a:r>
          <a:endParaRPr lang="en-US" sz="2200" kern="1200"/>
        </a:p>
      </dsp:txBody>
      <dsp:txXfrm>
        <a:off x="985535" y="3201473"/>
        <a:ext cx="6067728" cy="8532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35FCB-A954-4022-945A-AAE73D2441FF}">
      <dsp:nvSpPr>
        <dsp:cNvPr id="0" name=""/>
        <dsp:cNvSpPr/>
      </dsp:nvSpPr>
      <dsp:spPr>
        <a:xfrm>
          <a:off x="0" y="0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split(): divide un texto en partes.</a:t>
          </a:r>
          <a:endParaRPr lang="en-US" sz="2300" kern="1200"/>
        </a:p>
      </dsp:txBody>
      <dsp:txXfrm>
        <a:off x="26138" y="26138"/>
        <a:ext cx="4604216" cy="840139"/>
      </dsp:txXfrm>
    </dsp:sp>
    <dsp:sp modelId="{001A6640-94B6-4CCB-8522-40BC15FD875E}">
      <dsp:nvSpPr>
        <dsp:cNvPr id="0" name=""/>
        <dsp:cNvSpPr/>
      </dsp:nvSpPr>
      <dsp:spPr>
        <a:xfrm>
          <a:off x="472568" y="1054672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toLowerCase(): convierte a minúsculas.</a:t>
          </a:r>
          <a:endParaRPr lang="en-US" sz="2300" kern="1200"/>
        </a:p>
      </dsp:txBody>
      <dsp:txXfrm>
        <a:off x="498706" y="1080810"/>
        <a:ext cx="4537696" cy="840139"/>
      </dsp:txXfrm>
    </dsp:sp>
    <dsp:sp modelId="{93219EAB-3335-46E5-92BE-891CDBFBEB01}">
      <dsp:nvSpPr>
        <dsp:cNvPr id="0" name=""/>
        <dsp:cNvSpPr/>
      </dsp:nvSpPr>
      <dsp:spPr>
        <a:xfrm>
          <a:off x="938084" y="2109345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charAt(): obtiene un carácter por índice.</a:t>
          </a:r>
          <a:endParaRPr lang="en-US" sz="2300" kern="1200"/>
        </a:p>
      </dsp:txBody>
      <dsp:txXfrm>
        <a:off x="964222" y="2135483"/>
        <a:ext cx="4544749" cy="840139"/>
      </dsp:txXfrm>
    </dsp:sp>
    <dsp:sp modelId="{4F269F12-02B4-4218-91BD-4FD19A3E5398}">
      <dsp:nvSpPr>
        <dsp:cNvPr id="0" name=""/>
        <dsp:cNvSpPr/>
      </dsp:nvSpPr>
      <dsp:spPr>
        <a:xfrm>
          <a:off x="1410652" y="3164018"/>
          <a:ext cx="5642611" cy="892415"/>
        </a:xfrm>
        <a:prstGeom prst="roundRect">
          <a:avLst>
            <a:gd name="adj" fmla="val 10000"/>
          </a:avLst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length(): devuelve la longitud del texto.</a:t>
          </a:r>
          <a:endParaRPr lang="en-US" sz="2300" kern="1200"/>
        </a:p>
      </dsp:txBody>
      <dsp:txXfrm>
        <a:off x="1436790" y="3190156"/>
        <a:ext cx="4537696" cy="840139"/>
      </dsp:txXfrm>
    </dsp:sp>
    <dsp:sp modelId="{38057B0A-200D-41E8-B0F2-2A06A87BA1B1}">
      <dsp:nvSpPr>
        <dsp:cNvPr id="0" name=""/>
        <dsp:cNvSpPr/>
      </dsp:nvSpPr>
      <dsp:spPr>
        <a:xfrm>
          <a:off x="5062541" y="683509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193057" y="683509"/>
        <a:ext cx="319038" cy="436503"/>
      </dsp:txXfrm>
    </dsp:sp>
    <dsp:sp modelId="{C2EACF73-EB44-4A66-80C6-B4B189AD0D41}">
      <dsp:nvSpPr>
        <dsp:cNvPr id="0" name=""/>
        <dsp:cNvSpPr/>
      </dsp:nvSpPr>
      <dsp:spPr>
        <a:xfrm>
          <a:off x="5535109" y="1738181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665625" y="1738181"/>
        <a:ext cx="319038" cy="436503"/>
      </dsp:txXfrm>
    </dsp:sp>
    <dsp:sp modelId="{02F0151C-F608-48AB-9761-10BB1CA47D76}">
      <dsp:nvSpPr>
        <dsp:cNvPr id="0" name=""/>
        <dsp:cNvSpPr/>
      </dsp:nvSpPr>
      <dsp:spPr>
        <a:xfrm>
          <a:off x="6000625" y="2792854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131141" y="2792854"/>
        <a:ext cx="319038" cy="4365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8FABF-3501-4063-9CDF-D9DD81AF735B}">
      <dsp:nvSpPr>
        <dsp:cNvPr id="0" name=""/>
        <dsp:cNvSpPr/>
      </dsp:nvSpPr>
      <dsp:spPr>
        <a:xfrm>
          <a:off x="446382" y="835717"/>
          <a:ext cx="1269562" cy="1269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4334B-1240-430A-BB19-A30010B9ACAD}">
      <dsp:nvSpPr>
        <dsp:cNvPr id="0" name=""/>
        <dsp:cNvSpPr/>
      </dsp:nvSpPr>
      <dsp:spPr>
        <a:xfrm>
          <a:off x="716944" y="1106279"/>
          <a:ext cx="728437" cy="728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569AE-D8CA-458A-B59A-E5BE6444CF13}">
      <dsp:nvSpPr>
        <dsp:cNvPr id="0" name=""/>
        <dsp:cNvSpPr/>
      </dsp:nvSpPr>
      <dsp:spPr>
        <a:xfrm>
          <a:off x="40538" y="250071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Un método es un bloque de código reutilizable.</a:t>
          </a:r>
          <a:endParaRPr lang="en-US" sz="1600" kern="1200"/>
        </a:p>
      </dsp:txBody>
      <dsp:txXfrm>
        <a:off x="40538" y="2500717"/>
        <a:ext cx="2081250" cy="720000"/>
      </dsp:txXfrm>
    </dsp:sp>
    <dsp:sp modelId="{7D981657-5C5D-452A-A6FB-9578E73D4F38}">
      <dsp:nvSpPr>
        <dsp:cNvPr id="0" name=""/>
        <dsp:cNvSpPr/>
      </dsp:nvSpPr>
      <dsp:spPr>
        <a:xfrm>
          <a:off x="2891850" y="835717"/>
          <a:ext cx="1269562" cy="1269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D2ED5-2EF4-47EC-8F51-2EF7BD1D6864}">
      <dsp:nvSpPr>
        <dsp:cNvPr id="0" name=""/>
        <dsp:cNvSpPr/>
      </dsp:nvSpPr>
      <dsp:spPr>
        <a:xfrm>
          <a:off x="3162413" y="1106279"/>
          <a:ext cx="728437" cy="728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BB979-7134-4D09-B5C2-6394A67E843F}">
      <dsp:nvSpPr>
        <dsp:cNvPr id="0" name=""/>
        <dsp:cNvSpPr/>
      </dsp:nvSpPr>
      <dsp:spPr>
        <a:xfrm>
          <a:off x="2486007" y="250071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void: no retorna valor.</a:t>
          </a:r>
          <a:endParaRPr lang="en-US" sz="1600" kern="1200"/>
        </a:p>
      </dsp:txBody>
      <dsp:txXfrm>
        <a:off x="2486007" y="2500717"/>
        <a:ext cx="2081250" cy="720000"/>
      </dsp:txXfrm>
    </dsp:sp>
    <dsp:sp modelId="{D1F65084-F0C3-4E79-8F8B-FEDBD6FE1221}">
      <dsp:nvSpPr>
        <dsp:cNvPr id="0" name=""/>
        <dsp:cNvSpPr/>
      </dsp:nvSpPr>
      <dsp:spPr>
        <a:xfrm>
          <a:off x="5337319" y="835717"/>
          <a:ext cx="1269562" cy="1269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AA9E2-732D-4A22-834D-7FC5578ECEF9}">
      <dsp:nvSpPr>
        <dsp:cNvPr id="0" name=""/>
        <dsp:cNvSpPr/>
      </dsp:nvSpPr>
      <dsp:spPr>
        <a:xfrm>
          <a:off x="5607881" y="1106279"/>
          <a:ext cx="728437" cy="728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7A2C6-42ED-41AD-84F4-D9D4E398F6A1}">
      <dsp:nvSpPr>
        <dsp:cNvPr id="0" name=""/>
        <dsp:cNvSpPr/>
      </dsp:nvSpPr>
      <dsp:spPr>
        <a:xfrm>
          <a:off x="4931475" y="2500717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Con retorno: devuelve un dato (int, String, etc).</a:t>
          </a:r>
          <a:endParaRPr lang="en-US" sz="1600" kern="1200"/>
        </a:p>
      </dsp:txBody>
      <dsp:txXfrm>
        <a:off x="4931475" y="2500717"/>
        <a:ext cx="2081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44C3C-37CC-4606-9BB1-BFB5BC6D3A68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3E8F5-8A4D-492B-85BC-11ECE382A59A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28F6D-A4D5-4E25-A72F-F1FF32886063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Java usa paso por valor.</a:t>
          </a:r>
          <a:endParaRPr lang="en-US" sz="2100" kern="1200"/>
        </a:p>
      </dsp:txBody>
      <dsp:txXfrm>
        <a:off x="1508391" y="558"/>
        <a:ext cx="3363646" cy="1305966"/>
      </dsp:txXfrm>
    </dsp:sp>
    <dsp:sp modelId="{560E1EF4-85D0-486D-B6E1-135F507176C2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6B9E1-A7C5-4C06-89B7-7D7B61895B8F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DC7A7-CA2C-4924-A30C-2FE81150B62B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Se copia el valor de la variable.</a:t>
          </a:r>
          <a:endParaRPr lang="en-US" sz="2100" kern="1200"/>
        </a:p>
      </dsp:txBody>
      <dsp:txXfrm>
        <a:off x="1508391" y="1633016"/>
        <a:ext cx="3363646" cy="1305966"/>
      </dsp:txXfrm>
    </dsp:sp>
    <dsp:sp modelId="{F4C7FCB0-FFBF-4747-A08D-46CBAE2AA94B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A8D24-8356-442A-A5AE-B37F2AEEDCFF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8027E-C442-41A7-8427-3F66F2CB5BDA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En arreglos: se pasa la referencia, pero sigue siendo copia del valor.</a:t>
          </a:r>
          <a:endParaRPr lang="en-US" sz="2100" kern="1200"/>
        </a:p>
      </dsp:txBody>
      <dsp:txXfrm>
        <a:off x="1508391" y="3265475"/>
        <a:ext cx="3363646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2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6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2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1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3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0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7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8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05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109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80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33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51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8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34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0CA666A9-1027-391E-5AFC-089688E39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216" y="1266958"/>
            <a:ext cx="2178093" cy="4528457"/>
          </a:xfrm>
        </p:spPr>
        <p:txBody>
          <a:bodyPr anchor="ctr">
            <a:normAutofit/>
          </a:bodyPr>
          <a:lstStyle/>
          <a:p>
            <a:pPr algn="r"/>
            <a:r>
              <a:rPr lang="es-CO" dirty="0"/>
              <a:t>Ian Isaza </a:t>
            </a:r>
            <a:r>
              <a:rPr lang="es-CO" dirty="0" err="1"/>
              <a:t>Bermudez</a:t>
            </a:r>
            <a:endParaRPr lang="es-CO" dirty="0"/>
          </a:p>
          <a:p>
            <a:pPr algn="r"/>
            <a:r>
              <a:rPr lang="es-CO" dirty="0" err="1"/>
              <a:t>Jordan</a:t>
            </a:r>
            <a:r>
              <a:rPr lang="es-CO" dirty="0"/>
              <a:t> Restrepo Tobon</a:t>
            </a:r>
          </a:p>
          <a:p>
            <a:pPr algn="r"/>
            <a:r>
              <a:rPr lang="es-CO" dirty="0" err="1"/>
              <a:t>Hector</a:t>
            </a:r>
            <a:r>
              <a:rPr lang="es-CO" dirty="0"/>
              <a:t> Espinoza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497597-D07C-ABF2-70B5-75EC9572A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721" y="1266958"/>
            <a:ext cx="5106271" cy="4528457"/>
          </a:xfrm>
        </p:spPr>
        <p:txBody>
          <a:bodyPr anchor="ctr">
            <a:normAutofit/>
          </a:bodyPr>
          <a:lstStyle/>
          <a:p>
            <a:r>
              <a:rPr lang="es-CO" dirty="0"/>
              <a:t>Taller 5</a:t>
            </a:r>
          </a:p>
        </p:txBody>
      </p:sp>
    </p:spTree>
    <p:extLst>
      <p:ext uri="{BB962C8B-B14F-4D97-AF65-F5344CB8AC3E}">
        <p14:creationId xmlns:p14="http://schemas.microsoft.com/office/powerpoint/2010/main" val="4152026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dirty="0"/>
              <a:t>Strings </a:t>
            </a:r>
            <a:r>
              <a:rPr dirty="0" err="1"/>
              <a:t>en</a:t>
            </a:r>
            <a:r>
              <a:rPr dirty="0"/>
              <a:t> Java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23BDCF-661A-3244-EE0B-CBF62F8CD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502377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t>Métodos de String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8783A-ECE8-97FA-D6A4-5838B448D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096203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t>Métodos en Java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4DA2CA-DE3E-7C00-7FDE-BEEC4DA70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287859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1E3F4E1-B084-4FFF-9627-13782BE0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s-CO" sz="2800">
                <a:solidFill>
                  <a:srgbClr val="EBEBEB"/>
                </a:solidFill>
              </a:rPr>
              <a:t>Paso por valor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8051AB-C2F8-461F-812A-3E588621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481E0C28-CB2F-425F-98C5-AF23B9B70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B2879C-F0B1-4195-A323-E97B6065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EC9C77-7F58-ADE6-7D4E-E3FBBA86D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64194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s-CO" sz="3300"/>
              <a:t>StringBuilder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t>Es una clase para modificar texto fácilmente.</a:t>
            </a:r>
          </a:p>
          <a:p>
            <a:r>
              <a:t>A diferencia de String, es mutable.</a:t>
            </a:r>
          </a:p>
          <a:p>
            <a:r>
              <a:t>Más eficiente para concatenar.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1785" y="629266"/>
            <a:ext cx="3575604" cy="1641986"/>
          </a:xfrm>
        </p:spPr>
        <p:txBody>
          <a:bodyPr>
            <a:normAutofit/>
          </a:bodyPr>
          <a:lstStyle/>
          <a:p>
            <a:r>
              <a:t>Sobrecarga de métodos</a:t>
            </a:r>
          </a:p>
        </p:txBody>
      </p:sp>
      <p:pic>
        <p:nvPicPr>
          <p:cNvPr id="5" name="Picture 4" descr="Fórmulas escritas en una pizarra">
            <a:extLst>
              <a:ext uri="{FF2B5EF4-FFF2-40B4-BE49-F238E27FC236}">
                <a16:creationId xmlns:a16="http://schemas.microsoft.com/office/drawing/2014/main" id="{51273F06-FB9E-C11B-9EB0-EB84775C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5" r="34983" b="-1"/>
          <a:stretch>
            <a:fillRect/>
          </a:stretch>
        </p:blipFill>
        <p:spPr>
          <a:xfrm>
            <a:off x="20" y="10"/>
            <a:ext cx="3475989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1785" y="2438400"/>
            <a:ext cx="3575604" cy="3809999"/>
          </a:xfrm>
        </p:spPr>
        <p:txBody>
          <a:bodyPr>
            <a:normAutofit/>
          </a:bodyPr>
          <a:lstStyle/>
          <a:p>
            <a:r>
              <a:t>Es tener varios métodos con el mismo nombre pero distintos parámetros.</a:t>
            </a:r>
          </a:p>
          <a:p>
            <a:r>
              <a:t>Ejemplo:</a:t>
            </a:r>
          </a:p>
          <a:p>
            <a:r>
              <a:t>sumar(int a, int b)</a:t>
            </a:r>
          </a:p>
          <a:p>
            <a:r>
              <a:t>sumar(double a, double 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171A0C-99A8-498E-9F1F-86C734DB8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BDA80-627C-422A-AFFD-B7F1DC0F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690879"/>
            <a:ext cx="2761537" cy="5557519"/>
          </a:xfrm>
        </p:spPr>
        <p:txBody>
          <a:bodyPr anchor="ctr">
            <a:normAutofit/>
          </a:bodyPr>
          <a:lstStyle/>
          <a:p>
            <a:pPr algn="r"/>
            <a:r>
              <a:rPr lang="es-CO" sz="2600">
                <a:solidFill>
                  <a:srgbClr val="FFFFFF"/>
                </a:solidFill>
              </a:rPr>
              <a:t>Math.random()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499" y="690880"/>
            <a:ext cx="3710890" cy="5557519"/>
          </a:xfrm>
        </p:spPr>
        <p:txBody>
          <a:bodyPr anchor="ctr">
            <a:normAutofit/>
          </a:bodyPr>
          <a:lstStyle/>
          <a:p>
            <a:r>
              <a:t>Genera un número aleatorio entre 0 y 1.</a:t>
            </a:r>
          </a:p>
          <a:p>
            <a:r>
              <a:t>Se usa para seleccionar palabras aleatorias.</a:t>
            </a:r>
          </a:p>
          <a:p>
            <a:r>
              <a:t>Ejemplo: índice aleatorio en un arreglo.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t>Archivos CSV</a:t>
            </a:r>
            <a:endParaRPr lang="es-C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t>Archivo de valores separados por comas.</a:t>
            </a:r>
          </a:p>
          <a:p>
            <a:r>
              <a:t>Permite guardar datos fácilmente.</a:t>
            </a:r>
          </a:p>
          <a:p>
            <a:r>
              <a:t>Es mejor que hardcodear datos en el código.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249</Words>
  <Application>Microsoft Office PowerPoint</Application>
  <PresentationFormat>Presentación en pantalla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Taller 5</vt:lpstr>
      <vt:lpstr>Strings en Java</vt:lpstr>
      <vt:lpstr>Métodos de String</vt:lpstr>
      <vt:lpstr>Métodos en Java</vt:lpstr>
      <vt:lpstr>Paso por valor</vt:lpstr>
      <vt:lpstr>StringBuilder</vt:lpstr>
      <vt:lpstr>Sobrecarga de métodos</vt:lpstr>
      <vt:lpstr>Math.random()</vt:lpstr>
      <vt:lpstr>Archivos CSV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Angelica Vega</dc:creator>
  <cp:keywords/>
  <dc:description>generated using python-pptx</dc:description>
  <cp:lastModifiedBy>Angelica Vega</cp:lastModifiedBy>
  <cp:revision>2</cp:revision>
  <dcterms:created xsi:type="dcterms:W3CDTF">2013-01-27T09:14:16Z</dcterms:created>
  <dcterms:modified xsi:type="dcterms:W3CDTF">2026-05-06T13:59:58Z</dcterms:modified>
  <cp:category/>
</cp:coreProperties>
</file>